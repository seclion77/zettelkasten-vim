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0" y="-1371600"/>
            <a:ext cx="5029200" cy="5029200"/>
          </a:xfrm>
          <a:prstGeom prst="ellipse">
            <a:avLst/>
          </a:prstGeom>
          <a:solidFill>
            <a:srgbClr val="1C3356"/>
          </a:solidFill>
          <a:ln w="12700">
            <a:solidFill>
              <a:srgbClr val="1C33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731520"/>
            <a:ext cx="3840480" cy="3840480"/>
          </a:xfrm>
          <a:prstGeom prst="ellipse">
            <a:avLst/>
          </a:prstGeom>
          <a:solidFill>
            <a:srgbClr val="132340"/>
          </a:solidFill>
          <a:ln w="12700">
            <a:solidFill>
              <a:srgbClr val="1323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0" y="18288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</a:rPr>
              <a:t>🗂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411480" y="5029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99F6E4"/>
                </a:solidFill>
              </a:rPr>
              <a:t>HOE IK EEN APP BOUWDE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86868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Zettelkasten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11480" y="201168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4B8A6"/>
                </a:solidFill>
              </a:rPr>
              <a:t>met Claude AI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28346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2AA"/>
                </a:solidFill>
              </a:rPr>
              <a:t>Van eerste prompt tot werkende kennisbeheertool 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A92AA"/>
                </a:solidFill>
              </a:rPr>
              <a:t>zonder traditioneel programmeren.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3931920"/>
            <a:ext cx="1691640" cy="868680"/>
          </a:xfrm>
          <a:prstGeom prst="rect">
            <a:avLst/>
          </a:prstGeom>
          <a:solidFill>
            <a:srgbClr val="1C3356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3931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9F6E4"/>
                </a:solidFill>
              </a:rPr>
              <a:t>25+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11480" y="440740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2AA"/>
                </a:solidFill>
              </a:rPr>
              <a:t>Sessies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86000" y="3931920"/>
            <a:ext cx="1691640" cy="868680"/>
          </a:xfrm>
          <a:prstGeom prst="rect">
            <a:avLst/>
          </a:prstGeom>
          <a:solidFill>
            <a:srgbClr val="1C3356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286000" y="3931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9F6E4"/>
                </a:solidFill>
              </a:rPr>
              <a:t>8.000+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86000" y="440740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2AA"/>
                </a:solidFill>
              </a:rPr>
              <a:t>Regels code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60520" y="3931920"/>
            <a:ext cx="1691640" cy="868680"/>
          </a:xfrm>
          <a:prstGeom prst="rect">
            <a:avLst/>
          </a:prstGeom>
          <a:solidFill>
            <a:srgbClr val="1C3356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60520" y="3931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9F6E4"/>
                </a:solidFill>
              </a:rPr>
              <a:t>40+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160520" y="440740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2AA"/>
                </a:solidFill>
              </a:rPr>
              <a:t>Features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2340"/>
          </a:solidFill>
          <a:ln w="12700">
            <a:solidFill>
              <a:srgbClr val="13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99F6E4"/>
                </a:solidFill>
              </a:rPr>
              <a:t>WAT IS DE APP?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2AA"/>
                </a:solidFill>
              </a:rPr>
              <a:t>Een lokale, offline kennisbeheertool met AI — volledig gebouwd via chat met Claude.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2743200" cy="1691640"/>
          </a:xfrm>
          <a:prstGeom prst="rect">
            <a:avLst/>
          </a:prstGeom>
          <a:solidFill>
            <a:srgbClr val="1C3356"/>
          </a:solidFill>
          <a:ln w="12700">
            <a:solidFill>
              <a:srgbClr val="13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8016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4173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29768" y="1920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VIM Editor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" y="224028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Canvas-gebaseerde editor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met NORMAL/INSERT modes,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cursorlijn &amp; regelnummers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743200" cy="1691640"/>
          </a:xfrm>
          <a:prstGeom prst="rect">
            <a:avLst/>
          </a:prstGeom>
          <a:solidFill>
            <a:srgbClr val="1C3356"/>
          </a:solidFill>
          <a:ln w="12700">
            <a:solidFill>
              <a:srgbClr val="13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28016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4173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10128" y="1920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PDF Viewer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10128" y="224028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Annotaties, tekst-selectie,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AI-samenvatting, multi-page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scroll op mobiel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80760" y="1280160"/>
            <a:ext cx="2743200" cy="1691640"/>
          </a:xfrm>
          <a:prstGeom prst="rect">
            <a:avLst/>
          </a:prstGeom>
          <a:solidFill>
            <a:srgbClr val="1C3356"/>
          </a:solidFill>
          <a:ln w="12700">
            <a:solidFill>
              <a:srgbClr val="13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28016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0488" y="14173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🕸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190488" y="1920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Kennisgraaf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90488" y="224028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Force-directed graph,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bidirectionele [[links]],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tag-kleuren &amp; filters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154680"/>
            <a:ext cx="2743200" cy="1691640"/>
          </a:xfrm>
          <a:prstGeom prst="rect">
            <a:avLst/>
          </a:prstGeom>
          <a:solidFill>
            <a:srgbClr val="1C3356"/>
          </a:solidFill>
          <a:ln w="12700">
            <a:solidFill>
              <a:srgbClr val="13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15468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32918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29768" y="37947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LLM Notebook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29768" y="411480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Chat met lokale Ollama AI,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notities + PDFs als context,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streaming antwoorden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0" y="3154680"/>
            <a:ext cx="2743200" cy="1691640"/>
          </a:xfrm>
          <a:prstGeom prst="rect">
            <a:avLst/>
          </a:prstGeom>
          <a:solidFill>
            <a:srgbClr val="1C3356"/>
          </a:solidFill>
          <a:ln w="12700">
            <a:solidFill>
              <a:srgbClr val="13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315468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10128" y="32918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🗺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3310128" y="37947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Mindmap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310128" y="411480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Mermaid live editor,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AI-gegenereerde mindmaps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vanuit PDFs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80760" y="3154680"/>
            <a:ext cx="2743200" cy="1691640"/>
          </a:xfrm>
          <a:prstGeom prst="rect">
            <a:avLst/>
          </a:prstGeom>
          <a:solidFill>
            <a:srgbClr val="1C3356"/>
          </a:solidFill>
          <a:ln w="12700">
            <a:solidFill>
              <a:srgbClr val="13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80760" y="315468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90488" y="32918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190488" y="37947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Web Import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190488" y="411480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URL naar notitie via AI,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afbeeldingen downloaden,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Instapaper-stijl opschonen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</a:rPr>
              <a:t>HET BOUWPROCES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2AA"/>
                </a:solidFill>
              </a:rPr>
              <a:t>25 sessies, elk een gesprek met Claude — elk levert werkende code op.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2608" y="1325880"/>
            <a:ext cx="1993392" cy="3520440"/>
          </a:xfrm>
          <a:prstGeom prst="rect">
            <a:avLst/>
          </a:prstGeom>
          <a:solidFill>
            <a:srgbClr val="132340"/>
          </a:solidFill>
          <a:ln w="12700">
            <a:solidFill>
              <a:srgbClr val="1C335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1325880"/>
            <a:ext cx="1993392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32588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95528" y="1325880"/>
            <a:ext cx="1490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Fundament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2608" y="1938528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Sessies 1-6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9768" y="2359152"/>
            <a:ext cx="54864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28600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Python server + React frontend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9768" y="2907792"/>
            <a:ext cx="54864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83464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VIM canvas editor met modes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" y="3456432"/>
            <a:ext cx="54864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38328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Wombat kleurenschema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" y="4005072"/>
            <a:ext cx="54864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93192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Bugfixes: routing, Escape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0" y="3017520"/>
            <a:ext cx="173736" cy="54864"/>
          </a:xfrm>
          <a:prstGeom prst="rect">
            <a:avLst/>
          </a:prstGeom>
          <a:solidFill>
            <a:srgbClr val="7A92AA"/>
          </a:solidFill>
          <a:ln w="12700">
            <a:solidFill>
              <a:srgbClr val="7A92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59736" y="1325880"/>
            <a:ext cx="1993392" cy="3520440"/>
          </a:xfrm>
          <a:prstGeom prst="rect">
            <a:avLst/>
          </a:prstGeom>
          <a:solidFill>
            <a:srgbClr val="132340"/>
          </a:solidFill>
          <a:ln w="12700">
            <a:solidFill>
              <a:srgbClr val="1C335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459736" y="1325880"/>
            <a:ext cx="1993392" cy="5669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59736" y="132588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2962656" y="1325880"/>
            <a:ext cx="1490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Kennis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459736" y="1938528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Sessies 7-11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596896" y="2359152"/>
            <a:ext cx="54864" cy="2194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15768" y="228600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PDF viewer &amp; annotaties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596896" y="2907792"/>
            <a:ext cx="54864" cy="2194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15768" y="283464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Visuele highlights SVG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96896" y="3456432"/>
            <a:ext cx="54864" cy="2194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15768" y="338328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Kennisgraaf met tag-filter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596896" y="4005072"/>
            <a:ext cx="54864" cy="2194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15768" y="393192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iPad en mobiel support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453128" y="3017520"/>
            <a:ext cx="173736" cy="54864"/>
          </a:xfrm>
          <a:prstGeom prst="rect">
            <a:avLst/>
          </a:prstGeom>
          <a:solidFill>
            <a:srgbClr val="7A92AA"/>
          </a:solidFill>
          <a:ln w="12700">
            <a:solidFill>
              <a:srgbClr val="7A92A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26864" y="1325880"/>
            <a:ext cx="1993392" cy="3520440"/>
          </a:xfrm>
          <a:prstGeom prst="rect">
            <a:avLst/>
          </a:prstGeom>
          <a:solidFill>
            <a:srgbClr val="132340"/>
          </a:solidFill>
          <a:ln w="12700">
            <a:solidFill>
              <a:srgbClr val="1C335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26864" y="1325880"/>
            <a:ext cx="1993392" cy="5669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26864" y="132588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129784" y="1325880"/>
            <a:ext cx="1490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&amp; Import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626864" y="1938528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</a:rPr>
              <a:t>Sessies 12-17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64024" y="2359152"/>
            <a:ext cx="54864" cy="2194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82896" y="228600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Ollama LLM integratie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64024" y="2907792"/>
            <a:ext cx="54864" cy="2194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82896" y="283464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Mindmap canvas + Mermaid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64024" y="3456432"/>
            <a:ext cx="54864" cy="2194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82896" y="338328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Web import via AI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64024" y="4005072"/>
            <a:ext cx="54864" cy="2194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82896" y="393192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Afbeelding annotaties &amp; pins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620256" y="3017520"/>
            <a:ext cx="173736" cy="54864"/>
          </a:xfrm>
          <a:prstGeom prst="rect">
            <a:avLst/>
          </a:prstGeom>
          <a:solidFill>
            <a:srgbClr val="7A92AA"/>
          </a:solidFill>
          <a:ln w="12700">
            <a:solidFill>
              <a:srgbClr val="7A92A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793992" y="1325880"/>
            <a:ext cx="1993392" cy="3520440"/>
          </a:xfrm>
          <a:prstGeom prst="rect">
            <a:avLst/>
          </a:prstGeom>
          <a:solidFill>
            <a:srgbClr val="132340"/>
          </a:solidFill>
          <a:ln w="12700">
            <a:solidFill>
              <a:srgbClr val="1C335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793992" y="1325880"/>
            <a:ext cx="1993392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93992" y="132588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7296912" y="1325880"/>
            <a:ext cx="1490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Afwerking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793992" y="1938528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Sessies 18-25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931152" y="2359152"/>
            <a:ext cx="54864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50024" y="228600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UI polish &amp; topbar stats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931152" y="2907792"/>
            <a:ext cx="54864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50024" y="283464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Offline modus + vendor script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931152" y="3456432"/>
            <a:ext cx="54864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050024" y="338328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Externe PDF zijbalk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931152" y="4005072"/>
            <a:ext cx="54864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50024" y="393192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Bestandsverkenner threading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2340"/>
          </a:solidFill>
          <a:ln w="12700">
            <a:solidFill>
              <a:srgbClr val="13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99F6E4"/>
                </a:solidFill>
              </a:rPr>
              <a:t>HOE PROMPTS WERKEN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2AA"/>
                </a:solidFill>
              </a:rPr>
              <a:t>Je hoeft niet te weten hoe het werkt. Je beschrijft wat je wil.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07592"/>
            <a:ext cx="8595360" cy="1115568"/>
          </a:xfrm>
          <a:prstGeom prst="rect">
            <a:avLst/>
          </a:prstGeom>
          <a:solidFill>
            <a:srgbClr val="132340"/>
          </a:solidFill>
          <a:ln w="12700">
            <a:solidFill>
              <a:srgbClr val="1C335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07592"/>
            <a:ext cx="109728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99032"/>
            <a:ext cx="164592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990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</a:rPr>
              <a:t>NIEUWE FEATURE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02920" y="1691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2EBF3"/>
                </a:solidFill>
              </a:rPr>
              <a:t>"Voeg een LLM Notebook toe waar ik via Ollama kan chatten met mijn notities als context. Gebruik streaming zodat antwoorden direct verschijnen."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084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→  Chat-interface met context-selector en streaming in één sessie opgeleverd.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542032"/>
            <a:ext cx="8595360" cy="1115568"/>
          </a:xfrm>
          <a:prstGeom prst="rect">
            <a:avLst/>
          </a:prstGeom>
          <a:solidFill>
            <a:srgbClr val="132340"/>
          </a:solidFill>
          <a:ln w="12700">
            <a:solidFill>
              <a:srgbClr val="1C335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542032"/>
            <a:ext cx="109728" cy="11155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633472"/>
            <a:ext cx="1645920" cy="23774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334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</a:rPr>
              <a:t>TOEVOEGEN AAN BESTAAND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02920" y="29260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2EBF3"/>
                </a:solidFill>
              </a:rPr>
              <a:t>"Ik wil externe PDFs kunnen gebruiken zonder ze te importeren. Maak een zijbalk met bestandsverkenner zodat ik door mijn schijf kan bladeren."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3319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→  Zijbalk met twee tabbladen, server-endpoints en context-integratie — klaar.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776472"/>
            <a:ext cx="8595360" cy="1115568"/>
          </a:xfrm>
          <a:prstGeom prst="rect">
            <a:avLst/>
          </a:prstGeom>
          <a:solidFill>
            <a:srgbClr val="132340"/>
          </a:solidFill>
          <a:ln w="12700">
            <a:solidFill>
              <a:srgbClr val="1C335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776472"/>
            <a:ext cx="109728" cy="1115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867912"/>
            <a:ext cx="164592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6791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</a:rPr>
              <a:t>VEREENVOUDIGEN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02920" y="41605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2EBF3"/>
                </a:solidFill>
              </a:rPr>
              <a:t>"De knop met het vault-pad in de menubalk kan weg, die staat al in instellingen. Verwijder ook de scheidingslijn erboven."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45537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→  Twee regels verwijderd, netto schonere interface.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</a:rPr>
              <a:t>ERRORS FIXEN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023360" cy="3977640"/>
          </a:xfrm>
          <a:prstGeom prst="rect">
            <a:avLst/>
          </a:prstGeom>
          <a:solidFill>
            <a:srgbClr val="132340"/>
          </a:solidFill>
          <a:ln w="12700">
            <a:solidFill>
              <a:srgbClr val="1C335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9F6E4"/>
                </a:solidFill>
              </a:rPr>
              <a:t>AANPAK IN 3 STAPPEN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84048" y="1435608"/>
            <a:ext cx="402336" cy="40233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435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Kopieer de foutmelding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647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Open browser console (F12) en kopieer de volledige error, inclusief bestandsnaam en regelnummer.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84048" y="2551176"/>
            <a:ext cx="402336" cy="40233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551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5328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Plak en geef context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880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Plak de error in de chat en voeg toe wat je deed en wat je verwachtte. Claude snapt de rest.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4048" y="3666744"/>
            <a:ext cx="402336" cy="40233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6484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Ontvang de fix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9959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Claude analyseert, legt uit wat er mis was, en levert gecorrigeerde bestanden direct op.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26280" y="914400"/>
            <a:ext cx="4343400" cy="3977640"/>
          </a:xfrm>
          <a:prstGeom prst="rect">
            <a:avLst/>
          </a:prstGeom>
          <a:solidFill>
            <a:srgbClr val="132340"/>
          </a:solidFill>
          <a:ln w="12700">
            <a:solidFill>
              <a:srgbClr val="1C335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17720" y="100584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9F6E4"/>
                </a:solidFill>
              </a:rPr>
              <a:t>ECHTE ERRORS UIT DIT PROJECT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17720" y="1389888"/>
            <a:ext cx="4160520" cy="1005840"/>
          </a:xfrm>
          <a:prstGeom prst="rect">
            <a:avLst/>
          </a:prstGeom>
          <a:solidFill>
            <a:srgbClr val="0B162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17720" y="1389888"/>
            <a:ext cx="91440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4538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ReferenceError: onModeChange is not defined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54880" y="17556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</a:rPr>
              <a:t>Prop niet gedeclareerd in VimEditor component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54880" y="20482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Fix: Default prop onModeChange=()=&gt;{} toegevoegd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17720" y="2532888"/>
            <a:ext cx="4160520" cy="1005840"/>
          </a:xfrm>
          <a:prstGeom prst="rect">
            <a:avLst/>
          </a:prstGeom>
          <a:solidFill>
            <a:srgbClr val="0B162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17720" y="2532888"/>
            <a:ext cx="9144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5968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Leeg scherm bij nieuwe notitie aanmaken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54880" y="28986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</a:rPr>
              <a:t>previewToolbar crashte op null selNote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0" y="31912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Fix: Null-guard !selNote ? null : ... toegevoegd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17720" y="3675888"/>
            <a:ext cx="4160520" cy="1005840"/>
          </a:xfrm>
          <a:prstGeom prst="rect">
            <a:avLst/>
          </a:prstGeom>
          <a:solidFill>
            <a:srgbClr val="0B1628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17720" y="3675888"/>
            <a:ext cx="91440" cy="1005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7398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</a:rPr>
              <a:t>ERR_CONNECTION_TIMED_OUT op /api/browse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54880" y="40416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</a:rPr>
              <a:t>Single-threaded server blokkeerde alle requests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54880" y="43342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Fix: ThreadingMixIn toegevoegd — parallelle verwerking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2340"/>
          </a:solidFill>
          <a:ln w="12700">
            <a:solidFill>
              <a:srgbClr val="13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99F6E4"/>
                </a:solidFill>
              </a:rPr>
              <a:t>DE ITERATIEVE CYCLUS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2AA"/>
                </a:solidFill>
              </a:rPr>
              <a:t>Elke sessie is een ronde. Elke ronde levert iets werkends op.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216152" y="2286000"/>
            <a:ext cx="566928" cy="0"/>
          </a:xfrm>
          <a:prstGeom prst="line">
            <a:avLst/>
          </a:prstGeom>
          <a:noFill/>
          <a:ln w="19050">
            <a:solidFill>
              <a:srgbClr val="1C3356"/>
            </a:solidFill>
            <a:prstDash val="sysDash"/>
          </a:ln>
        </p:spPr>
      </p:sp>
      <p:sp>
        <p:nvSpPr>
          <p:cNvPr id="7" name="Shape 5"/>
          <p:cNvSpPr/>
          <p:nvPr/>
        </p:nvSpPr>
        <p:spPr>
          <a:xfrm>
            <a:off x="2862072" y="2286000"/>
            <a:ext cx="566928" cy="0"/>
          </a:xfrm>
          <a:prstGeom prst="line">
            <a:avLst/>
          </a:prstGeom>
          <a:noFill/>
          <a:ln w="19050">
            <a:solidFill>
              <a:srgbClr val="1C3356"/>
            </a:solidFill>
            <a:prstDash val="sysDash"/>
          </a:ln>
        </p:spPr>
      </p:sp>
      <p:sp>
        <p:nvSpPr>
          <p:cNvPr id="8" name="Shape 6"/>
          <p:cNvSpPr/>
          <p:nvPr/>
        </p:nvSpPr>
        <p:spPr>
          <a:xfrm>
            <a:off x="4507992" y="2286000"/>
            <a:ext cx="566928" cy="0"/>
          </a:xfrm>
          <a:prstGeom prst="line">
            <a:avLst/>
          </a:prstGeom>
          <a:noFill/>
          <a:ln w="19050">
            <a:solidFill>
              <a:srgbClr val="1C3356"/>
            </a:solidFill>
            <a:prstDash val="sysDash"/>
          </a:ln>
        </p:spPr>
      </p:sp>
      <p:sp>
        <p:nvSpPr>
          <p:cNvPr id="9" name="Shape 7"/>
          <p:cNvSpPr/>
          <p:nvPr/>
        </p:nvSpPr>
        <p:spPr>
          <a:xfrm>
            <a:off x="6153912" y="2286000"/>
            <a:ext cx="566928" cy="0"/>
          </a:xfrm>
          <a:prstGeom prst="line">
            <a:avLst/>
          </a:prstGeom>
          <a:noFill/>
          <a:ln w="19050">
            <a:solidFill>
              <a:srgbClr val="1C3356"/>
            </a:solidFill>
            <a:prstDash val="sysDash"/>
          </a:ln>
        </p:spPr>
      </p:sp>
      <p:sp>
        <p:nvSpPr>
          <p:cNvPr id="10" name="Shape 8"/>
          <p:cNvSpPr/>
          <p:nvPr/>
        </p:nvSpPr>
        <p:spPr>
          <a:xfrm>
            <a:off x="685800" y="3520440"/>
            <a:ext cx="6583680" cy="0"/>
          </a:xfrm>
          <a:prstGeom prst="line">
            <a:avLst/>
          </a:prstGeom>
          <a:noFill/>
          <a:ln w="15240">
            <a:solidFill>
              <a:srgbClr val="0D9488"/>
            </a:solidFill>
            <a:prstDash val="sysDash"/>
          </a:ln>
        </p:spPr>
      </p:sp>
      <p:sp>
        <p:nvSpPr>
          <p:cNvPr id="11" name="Text 9"/>
          <p:cNvSpPr/>
          <p:nvPr/>
        </p:nvSpPr>
        <p:spPr>
          <a:xfrm>
            <a:off x="3200400" y="3566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0D9488"/>
                </a:solidFill>
              </a:rPr>
              <a:t>terug naar begin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55448" y="1737360"/>
            <a:ext cx="1051560" cy="1051560"/>
          </a:xfrm>
          <a:prstGeom prst="ellipse">
            <a:avLst/>
          </a:prstGeom>
          <a:solidFill>
            <a:srgbClr val="1C3356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55448" y="173736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-137160" y="2834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Beschrijf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-137160" y="3108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2AA"/>
                </a:solidFill>
              </a:rPr>
              <a:t>Wat wil je?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A92AA"/>
                </a:solidFill>
              </a:rPr>
              <a:t>Wat gaat mis?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801368" y="1737360"/>
            <a:ext cx="1051560" cy="1051560"/>
          </a:xfrm>
          <a:prstGeom prst="ellipse">
            <a:avLst/>
          </a:prstGeom>
          <a:solidFill>
            <a:srgbClr val="1C3356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01368" y="173736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508760" y="2834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Claude analyseert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508760" y="3108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2AA"/>
                </a:solidFill>
              </a:rPr>
              <a:t>Code en context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A92AA"/>
                </a:solidFill>
              </a:rPr>
              <a:t>begrijpen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447288" y="1737360"/>
            <a:ext cx="1051560" cy="1051560"/>
          </a:xfrm>
          <a:prstGeom prst="ellipse">
            <a:avLst/>
          </a:prstGeom>
          <a:solidFill>
            <a:srgbClr val="1C3356"/>
          </a:solidFill>
          <a:ln w="254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47288" y="173736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154680" y="2834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Code opgeleverd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154680" y="3108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2AA"/>
                </a:solidFill>
              </a:rPr>
              <a:t>Werkende bestanden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A92AA"/>
                </a:solidFill>
              </a:rPr>
              <a:t>direct klaar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93208" y="1737360"/>
            <a:ext cx="1051560" cy="1051560"/>
          </a:xfrm>
          <a:prstGeom prst="ellipse">
            <a:avLst/>
          </a:prstGeom>
          <a:solidFill>
            <a:srgbClr val="1C3356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93208" y="173736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800600" y="2834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Testen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00600" y="3108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2AA"/>
                </a:solidFill>
              </a:rPr>
              <a:t>Uitproberen in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A92AA"/>
                </a:solidFill>
              </a:rPr>
              <a:t>de browser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739128" y="1737360"/>
            <a:ext cx="1051560" cy="1051560"/>
          </a:xfrm>
          <a:prstGeom prst="ellipse">
            <a:avLst/>
          </a:prstGeom>
          <a:solidFill>
            <a:srgbClr val="1C3356"/>
          </a:solidFill>
          <a:ln w="25400">
            <a:solidFill>
              <a:srgbClr val="14B8A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739128" y="173736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✨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446520" y="2834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Verfijnen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46520" y="3108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2AA"/>
                </a:solidFill>
              </a:rPr>
              <a:t>Nieuwe wens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A92AA"/>
                </a:solidFill>
              </a:rPr>
              <a:t>of aanpassing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474720" y="1143000"/>
            <a:ext cx="2194560" cy="438912"/>
          </a:xfrm>
          <a:prstGeom prst="rect">
            <a:avLst/>
          </a:prstGeom>
          <a:solidFill>
            <a:srgbClr val="1323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0" y="114300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F6E4"/>
                </a:solidFill>
              </a:rPr>
              <a:t>30-90 min per sessie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B1628"/>
                </a:solidFill>
              </a:rPr>
              <a:t>TIPS VOOR GOEDE PROMPTS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60520" cy="3977640"/>
          </a:xfrm>
          <a:prstGeom prst="rect">
            <a:avLst/>
          </a:prstGeom>
          <a:solidFill>
            <a:srgbClr val="132340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4160520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1440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628"/>
                </a:solidFill>
              </a:rPr>
              <a:t>WEL DOEN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" y="1508760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508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628"/>
                </a:solidFill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4630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Beschrijf gedrag, niet implementatie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17556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2AA"/>
                </a:solidFill>
              </a:rPr>
              <a:t>"Maak het mogelijk dat ik door mijn schijf kan bladeren"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" y="2313432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313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628"/>
                </a:solidFill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22677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Geef context: wat zie je, wat verwacht je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256032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2AA"/>
                </a:solidFill>
              </a:rPr>
              <a:t>"Bij nieuwe notitie krijg ik een leeg scherm"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4048" y="3118104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628"/>
                </a:solidFill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307238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Plak foutmeldingen letterlijk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336499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2AA"/>
                </a:solidFill>
              </a:rPr>
              <a:t>"ReferenceError: onModeChange is not defined at app.js:370"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4048" y="3922776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922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628"/>
                </a:solidFill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387705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Één ding per sessie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416966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2AA"/>
                </a:solidFill>
              </a:rPr>
              <a:t>Losse features leveren betere resultaten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914400"/>
            <a:ext cx="4160520" cy="3977640"/>
          </a:xfrm>
          <a:prstGeom prst="rect">
            <a:avLst/>
          </a:prstGeom>
          <a:solidFill>
            <a:srgbClr val="132340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914400"/>
            <a:ext cx="416052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91440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NIET DOEN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18888" y="1508760"/>
            <a:ext cx="292608" cy="2926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18888" y="1508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✗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12080" y="14630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Vertel niet hoe Claude het moet bouwen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12080" y="17556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2AA"/>
                </a:solidFill>
              </a:rPr>
              <a:t>"Voeg een useState toe" — laat Claude de architectuur bepalen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18888" y="2313432"/>
            <a:ext cx="292608" cy="2926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18888" y="2313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✗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12080" y="22677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Verwacht geen perfectie in eerste poging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12080" y="256032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2AA"/>
                </a:solidFill>
              </a:rPr>
              <a:t>Itereer: vraag, test, verfijn. Zo werkt het process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18888" y="3118104"/>
            <a:ext cx="292608" cy="2926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18888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✗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12080" y="307238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Geef niet de halve codebase mee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12080" y="336499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2AA"/>
                </a:solidFill>
              </a:rPr>
              <a:t>Beschrijf het probleem, Claude vindt de code zelf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18888" y="3922776"/>
            <a:ext cx="292608" cy="2926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18888" y="3922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✗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212080" y="387705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Accepteer niet zomaar de eerste versie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12080" y="416966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2AA"/>
                </a:solidFill>
              </a:rPr>
              <a:t>Test altijd en geef feedback als iets niet klopt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1C3356"/>
          </a:solidFill>
          <a:ln w="12700">
            <a:solidFill>
              <a:srgbClr val="1C33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1C3356"/>
          </a:solidFill>
          <a:ln w="12700">
            <a:solidFill>
              <a:srgbClr val="1C33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114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99F6E4"/>
                </a:solidFill>
              </a:rPr>
              <a:t>CONCLUSIE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De kracht zit in beschrijven,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niet in programmeren.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1920240" cy="1828800"/>
          </a:xfrm>
          <a:prstGeom prst="rect">
            <a:avLst/>
          </a:prstGeom>
          <a:solidFill>
            <a:srgbClr val="1C3356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6060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🖥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318211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9F6E4"/>
                </a:solidFill>
              </a:rPr>
              <a:t>100%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3712464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2AA"/>
                </a:solidFill>
              </a:rPr>
              <a:t>Lokaal &amp; offline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A92AA"/>
                </a:solidFill>
              </a:rPr>
              <a:t>geen cloud vereist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06040" y="2560320"/>
            <a:ext cx="1920240" cy="1828800"/>
          </a:xfrm>
          <a:prstGeom prst="rect">
            <a:avLst/>
          </a:prstGeom>
          <a:solidFill>
            <a:srgbClr val="1C3356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06040" y="26060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606040" y="318211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9F6E4"/>
                </a:solidFill>
              </a:rPr>
              <a:t>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606040" y="3712464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2AA"/>
                </a:solidFill>
              </a:rPr>
              <a:t>Externe AI-diensten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A92AA"/>
                </a:solidFill>
              </a:rPr>
              <a:t>(Ollama draait lokaal)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2560320"/>
            <a:ext cx="1920240" cy="1828800"/>
          </a:xfrm>
          <a:prstGeom prst="rect">
            <a:avLst/>
          </a:prstGeom>
          <a:solidFill>
            <a:srgbClr val="1C3356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26060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754880" y="318211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9F6E4"/>
                </a:solidFill>
              </a:rPr>
              <a:t>25+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754880" y="3712464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2AA"/>
                </a:solidFill>
              </a:rPr>
              <a:t>Sessies van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A92AA"/>
                </a:solidFill>
              </a:rPr>
              <a:t>30-90 minuten elk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03720" y="2560320"/>
            <a:ext cx="1920240" cy="1828800"/>
          </a:xfrm>
          <a:prstGeom prst="rect">
            <a:avLst/>
          </a:prstGeom>
          <a:solidFill>
            <a:srgbClr val="1C3356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03720" y="26060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📁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903720" y="318211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9F6E4"/>
                </a:solidFill>
              </a:rPr>
              <a:t>8K+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903720" y="3712464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2AA"/>
                </a:solidFill>
              </a:rPr>
              <a:t>Regels code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A92AA"/>
                </a:solidFill>
              </a:rPr>
              <a:t>gegenereerd door AI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D9488"/>
                </a:solidFill>
              </a:rPr>
              <a:t>"Je hoeft niet te weten hoe code werkt om het te laten bouwen."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0E1C"/>
          </a:solidFill>
          <a:ln w="12700">
            <a:solidFill>
              <a:srgbClr val="060E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99F6E4"/>
                </a:solidFill>
              </a:rPr>
              <a:t>DE EVOLUTIE VAN DE APP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850392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7452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914400"/>
            <a:ext cx="0" cy="96012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" y="320040"/>
            <a:ext cx="1188720" cy="548640"/>
          </a:xfrm>
          <a:prstGeom prst="rect">
            <a:avLst/>
          </a:prstGeom>
          <a:solidFill>
            <a:srgbClr val="1323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7160" y="3383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1 mrt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7160" y="5212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Start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" y="722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2AA"/>
                </a:solidFill>
              </a:rPr>
              <a:t>React in browser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92AA"/>
                </a:solidFill>
              </a:rPr>
              <a:t>VIM editor basis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03120" y="1874520"/>
            <a:ext cx="182880" cy="1828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94560" y="2057400"/>
            <a:ext cx="0" cy="82296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00200" y="2926080"/>
            <a:ext cx="1188720" cy="713232"/>
          </a:xfrm>
          <a:prstGeom prst="rect">
            <a:avLst/>
          </a:prstGeom>
          <a:solidFill>
            <a:srgbClr val="132340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600200" y="294436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2 mrt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600200" y="312724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Python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00200" y="33284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2AA"/>
                </a:solidFill>
              </a:rPr>
              <a:t>Standalone server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92AA"/>
                </a:solidFill>
              </a:rPr>
              <a:t>Vault opslag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566160" y="1874520"/>
            <a:ext cx="182880" cy="1828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0" y="914400"/>
            <a:ext cx="0" cy="96012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63240" y="320040"/>
            <a:ext cx="1188720" cy="548640"/>
          </a:xfrm>
          <a:prstGeom prst="rect">
            <a:avLst/>
          </a:prstGeom>
          <a:solidFill>
            <a:srgbClr val="132340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063240" y="3383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</a:rPr>
              <a:t>3 mrt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63240" y="5212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Canvas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71800" y="722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2AA"/>
                </a:solidFill>
              </a:rPr>
              <a:t>Canvas VIM editor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92AA"/>
                </a:solidFill>
              </a:rPr>
              <a:t>Annotaties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029200" y="187452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2057400"/>
            <a:ext cx="0" cy="82296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26280" y="2926080"/>
            <a:ext cx="1188720" cy="713232"/>
          </a:xfrm>
          <a:prstGeom prst="rect">
            <a:avLst/>
          </a:prstGeom>
          <a:solidFill>
            <a:srgbClr val="13234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26280" y="294436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4 mrt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26280" y="312724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26280" y="33284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2AA"/>
                </a:solidFill>
              </a:rPr>
              <a:t>Ollama LLM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92AA"/>
                </a:solidFill>
              </a:rPr>
              <a:t>Mindmap tab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492240" y="1874520"/>
            <a:ext cx="182880" cy="1828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3680" y="914400"/>
            <a:ext cx="0" cy="96012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89320" y="320040"/>
            <a:ext cx="1188720" cy="548640"/>
          </a:xfrm>
          <a:prstGeom prst="rect">
            <a:avLst/>
          </a:prstGeom>
          <a:solidFill>
            <a:srgbClr val="132340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989320" y="3383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5 mrt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89320" y="5212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Web &amp; UI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897880" y="722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2AA"/>
                </a:solidFill>
              </a:rPr>
              <a:t>Web import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92AA"/>
                </a:solidFill>
              </a:rPr>
              <a:t>UI polish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955280" y="187452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46720" y="2057400"/>
            <a:ext cx="0" cy="82296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52360" y="2926080"/>
            <a:ext cx="1188720" cy="713232"/>
          </a:xfrm>
          <a:prstGeom prst="rect">
            <a:avLst/>
          </a:prstGeom>
          <a:solidFill>
            <a:srgbClr val="132340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452360" y="294436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 mrt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452360" y="312724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Nu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452360" y="33284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2AA"/>
                </a:solidFill>
              </a:rPr>
              <a:t>Offline modus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92AA"/>
                </a:solidFill>
              </a:rPr>
              <a:t>Ext. PDFs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74320" y="3886200"/>
            <a:ext cx="4023360" cy="1005840"/>
          </a:xfrm>
          <a:prstGeom prst="rect">
            <a:avLst/>
          </a:prstGeom>
          <a:solidFill>
            <a:srgbClr val="132340"/>
          </a:solidFill>
          <a:ln w="12700">
            <a:solidFill>
              <a:srgbClr val="7A92A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846320" y="3886200"/>
            <a:ext cx="4023360" cy="1005840"/>
          </a:xfrm>
          <a:prstGeom prst="rect">
            <a:avLst/>
          </a:prstGeom>
          <a:solidFill>
            <a:srgbClr val="1323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65760" y="3931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92AA"/>
                </a:solidFill>
              </a:rPr>
              <a:t>🌱 Sessie 1: Basis notitie-editor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65760" y="4224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2AA"/>
                </a:solidFill>
              </a:rPr>
              <a:t>~500 regels · React · browser only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" y="44622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2AA"/>
                </a:solidFill>
              </a:rPr>
              <a:t>No AI · No PDF · No graph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937760" y="3931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F6E4"/>
                </a:solidFill>
              </a:rPr>
              <a:t>🚀 Nu: Volledig kennissysteem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937760" y="42245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2AA"/>
                </a:solidFill>
              </a:rPr>
              <a:t>8.000+ regels · Python server · offline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937760" y="44622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AI · PDF · Graph · Mindmap · Import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</a:rPr>
              <a:t>INSTALLATIE &amp; STARTEN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2651760" cy="4023360"/>
          </a:xfrm>
          <a:prstGeom prst="rect">
            <a:avLst/>
          </a:prstGeom>
          <a:solidFill>
            <a:srgbClr val="132340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2651760" cy="411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686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  VEREISTEN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389888"/>
            <a:ext cx="2468880" cy="594360"/>
          </a:xfrm>
          <a:prstGeom prst="rect">
            <a:avLst/>
          </a:prstGeom>
          <a:solidFill>
            <a:srgbClr val="1C3356"/>
          </a:solidFill>
          <a:ln w="12700">
            <a:solidFill>
              <a:srgbClr val="1C335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4264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🐍 Python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6824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F6E4"/>
                </a:solidFill>
              </a:rPr>
              <a:t>3.8+  (verplicht)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139696"/>
            <a:ext cx="2468880" cy="594360"/>
          </a:xfrm>
          <a:prstGeom prst="rect">
            <a:avLst/>
          </a:prstGeom>
          <a:solidFill>
            <a:srgbClr val="1C3356"/>
          </a:solidFill>
          <a:ln w="12700">
            <a:solidFill>
              <a:srgbClr val="1C335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1762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🌐 Browser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43230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F6E4"/>
                </a:solidFill>
              </a:rPr>
              <a:t>Chrome / Firefox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889504"/>
            <a:ext cx="2468880" cy="594360"/>
          </a:xfrm>
          <a:prstGeom prst="rect">
            <a:avLst/>
          </a:prstGeom>
          <a:solidFill>
            <a:srgbClr val="1C3356"/>
          </a:solidFill>
          <a:ln w="12700">
            <a:solidFill>
              <a:srgbClr val="1C335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29260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📦 pip nodig?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1821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F6E4"/>
                </a:solidFill>
              </a:rPr>
              <a:t>Nee — stdlib only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639312"/>
            <a:ext cx="2468880" cy="594360"/>
          </a:xfrm>
          <a:prstGeom prst="rect">
            <a:avLst/>
          </a:prstGeom>
          <a:solidFill>
            <a:srgbClr val="1C3356"/>
          </a:solidFill>
          <a:ln w="12700">
            <a:solidFill>
              <a:srgbClr val="1C335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36758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🤖 Ollama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931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F6E4"/>
                </a:solidFill>
              </a:rPr>
              <a:t>Optioneel (AI)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868680"/>
            <a:ext cx="2743200" cy="4023360"/>
          </a:xfrm>
          <a:prstGeom prst="rect">
            <a:avLst/>
          </a:prstGeom>
          <a:solidFill>
            <a:srgbClr val="1323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868680"/>
            <a:ext cx="27432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868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  STARTEN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13716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F6E4"/>
                </a:solidFill>
              </a:rPr>
              <a:t>Standaard start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91840" y="1572768"/>
            <a:ext cx="2560320" cy="384048"/>
          </a:xfrm>
          <a:prstGeom prst="rect">
            <a:avLst/>
          </a:prstGeom>
          <a:solidFill>
            <a:srgbClr val="060E1C"/>
          </a:solidFill>
          <a:ln w="12700">
            <a:solidFill>
              <a:srgbClr val="1C335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64992" y="159105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server.py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91840" y="20665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F6E4"/>
                </a:solidFill>
              </a:rPr>
              <a:t>Eigen vault map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91840" y="2267712"/>
            <a:ext cx="2560320" cy="384048"/>
          </a:xfrm>
          <a:prstGeom prst="rect">
            <a:avLst/>
          </a:prstGeom>
          <a:solidFill>
            <a:srgbClr val="060E1C"/>
          </a:solidFill>
          <a:ln w="12700">
            <a:solidFill>
              <a:srgbClr val="1C335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64992" y="22860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server.py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--vault ~/Notities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91840" y="27614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F6E4"/>
                </a:solidFill>
              </a:rPr>
              <a:t>Andere poort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91840" y="2962656"/>
            <a:ext cx="2560320" cy="384048"/>
          </a:xfrm>
          <a:prstGeom prst="rect">
            <a:avLst/>
          </a:prstGeom>
          <a:solidFill>
            <a:srgbClr val="060E1C"/>
          </a:solidFill>
          <a:ln w="12700">
            <a:solidFill>
              <a:srgbClr val="1C335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64992" y="298094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server.py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--port 8080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91840" y="34564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F6E4"/>
                </a:solidFill>
              </a:rPr>
              <a:t>iPad/netwerk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91840" y="3657600"/>
            <a:ext cx="2560320" cy="384048"/>
          </a:xfrm>
          <a:prstGeom prst="rect">
            <a:avLst/>
          </a:prstGeom>
          <a:solidFill>
            <a:srgbClr val="060E1C"/>
          </a:solidFill>
          <a:ln w="12700">
            <a:solidFill>
              <a:srgbClr val="1C335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64992" y="36758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server.py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--host 0.0.0.0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91840" y="41513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F6E4"/>
                </a:solidFill>
              </a:rPr>
              <a:t>Offline modus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91840" y="4352544"/>
            <a:ext cx="2560320" cy="384048"/>
          </a:xfrm>
          <a:prstGeom prst="rect">
            <a:avLst/>
          </a:prstGeom>
          <a:solidFill>
            <a:srgbClr val="060E1C"/>
          </a:solidFill>
          <a:ln w="12700">
            <a:solidFill>
              <a:srgbClr val="1C335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64992" y="43708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server.py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--offline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217920" y="868680"/>
            <a:ext cx="2651760" cy="4023360"/>
          </a:xfrm>
          <a:prstGeom prst="rect">
            <a:avLst/>
          </a:prstGeom>
          <a:solidFill>
            <a:srgbClr val="13234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17920" y="868680"/>
            <a:ext cx="265176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8686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  AI (OLLAMA)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09360" y="13716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AA"/>
                </a:solidFill>
              </a:rPr>
              <a:t>Optioneel voor AI-functies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309360" y="16916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Installeer Ollama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309360" y="1892808"/>
            <a:ext cx="2468880" cy="457200"/>
          </a:xfrm>
          <a:prstGeom prst="rect">
            <a:avLst/>
          </a:prstGeom>
          <a:solidFill>
            <a:srgbClr val="060E1C"/>
          </a:solidFill>
          <a:ln w="12700">
            <a:solidFill>
              <a:srgbClr val="1C335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82512" y="192938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ollama.com/install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09360" y="26060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Start daemon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309360" y="2807208"/>
            <a:ext cx="2468880" cy="457200"/>
          </a:xfrm>
          <a:prstGeom prst="rect">
            <a:avLst/>
          </a:prstGeom>
          <a:solidFill>
            <a:srgbClr val="060E1C"/>
          </a:solidFill>
          <a:ln w="12700">
            <a:solidFill>
              <a:srgbClr val="1C335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82512" y="284378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serve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309360" y="35204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Download model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309360" y="3721608"/>
            <a:ext cx="2468880" cy="457200"/>
          </a:xfrm>
          <a:prstGeom prst="rect">
            <a:avLst/>
          </a:prstGeom>
          <a:solidFill>
            <a:srgbClr val="060E1C"/>
          </a:solidFill>
          <a:ln w="12700">
            <a:solidFill>
              <a:srgbClr val="1C335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82512" y="375818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pull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llama3.2-vision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309360" y="43159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2AA"/>
                </a:solidFill>
              </a:rPr>
              <a:t>🌐 Browser opent automatisch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A92AA"/>
                </a:solidFill>
              </a:rPr>
              <a:t>op http://localhost:7842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0E1C"/>
          </a:solidFill>
          <a:ln w="12700">
            <a:solidFill>
              <a:srgbClr val="060E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</a:rPr>
              <a:t>📝  NOTITIES — VIM EDITOR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" y="868680"/>
            <a:ext cx="5303520" cy="3310128"/>
          </a:xfrm>
          <a:prstGeom prst="rect">
            <a:avLst/>
          </a:prstGeom>
          <a:solidFill>
            <a:srgbClr val="060E1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868680"/>
            <a:ext cx="5303520" cy="33101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56032" y="4178808"/>
            <a:ext cx="5303520" cy="32004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4178808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</a:rPr>
              <a:t>Canvas-gebaseerde VIM editor met NORMAL/INSERT/COMMAND modes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806440" y="868680"/>
            <a:ext cx="3108960" cy="3218688"/>
          </a:xfrm>
          <a:prstGeom prst="rect">
            <a:avLst/>
          </a:prstGeom>
          <a:solidFill>
            <a:srgbClr val="132340"/>
          </a:solidFill>
          <a:ln w="12700">
            <a:solidFill>
              <a:srgbClr val="1C335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06440" y="868680"/>
            <a:ext cx="310896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06440" y="868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</a:rPr>
              <a:t>FEATURES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897880" y="1453896"/>
            <a:ext cx="54864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35040" y="1426464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VIM-toetsenbord: hjkl, dd, yy/p, u/Ctrl+r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897880" y="1929384"/>
            <a:ext cx="54864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35040" y="1901952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NORMAL → INSERT met i/a/o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897880" y="2404872"/>
            <a:ext cx="54864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35040" y="2377440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Ex-commando's: :w :q! :tag+ :goyo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897880" y="2880360"/>
            <a:ext cx="54864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35040" y="2852928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Snippets: h1, link, code, table, date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897880" y="3355848"/>
            <a:ext cx="54864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35040" y="3328416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Bidirectionele [[links]] tussen notities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897880" y="3831336"/>
            <a:ext cx="54864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35040" y="3803904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Markdown render-modus (toggle)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806440" y="4206240"/>
            <a:ext cx="3108960" cy="658368"/>
          </a:xfrm>
          <a:prstGeom prst="rect">
            <a:avLst/>
          </a:prstGeom>
          <a:solidFill>
            <a:srgbClr val="1C335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70448" y="4206240"/>
            <a:ext cx="2999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F6E4"/>
                </a:solidFill>
              </a:rPr>
              <a:t>💡 Druk Esc om NORMAL mode in te gaan — werkt altijd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0E1C"/>
          </a:solidFill>
          <a:ln w="12700">
            <a:solidFill>
              <a:srgbClr val="060E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</a:rPr>
              <a:t>🕸  KENNISGRAAF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" y="868680"/>
            <a:ext cx="5303520" cy="3310128"/>
          </a:xfrm>
          <a:prstGeom prst="rect">
            <a:avLst/>
          </a:prstGeom>
          <a:solidFill>
            <a:srgbClr val="060E1C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868680"/>
            <a:ext cx="5303520" cy="33101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56032" y="4178808"/>
            <a:ext cx="5303520" cy="320040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4178808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</a:rPr>
              <a:t>Force-directed graph van alle [[links]] tussen notities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806440" y="868680"/>
            <a:ext cx="3108960" cy="3218688"/>
          </a:xfrm>
          <a:prstGeom prst="rect">
            <a:avLst/>
          </a:prstGeom>
          <a:solidFill>
            <a:srgbClr val="132340"/>
          </a:solidFill>
          <a:ln w="12700">
            <a:solidFill>
              <a:srgbClr val="1C335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06440" y="868680"/>
            <a:ext cx="3108960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06440" y="868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</a:rPr>
              <a:t>FEATURES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897880" y="1453896"/>
            <a:ext cx="54864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35040" y="1426464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Klikbaar: open notitie direct vanuit graph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897880" y="1929384"/>
            <a:ext cx="54864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35040" y="1901952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Node-grootte op aantal verbindingen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897880" y="2404872"/>
            <a:ext cx="54864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35040" y="2377440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Tag-kleuren: elke tag eigen kleur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897880" y="2880360"/>
            <a:ext cx="54864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35040" y="2852928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Zoom en pan met muis/touch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897880" y="3355848"/>
            <a:ext cx="54864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35040" y="3328416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Zoek node via zoekbalk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897880" y="3831336"/>
            <a:ext cx="54864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35040" y="3803904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Bidirectionele links beide richtingen zichtbaar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806440" y="4206240"/>
            <a:ext cx="3108960" cy="658368"/>
          </a:xfrm>
          <a:prstGeom prst="rect">
            <a:avLst/>
          </a:prstGeom>
          <a:solidFill>
            <a:srgbClr val="1C3356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70448" y="4206240"/>
            <a:ext cx="2999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F6E4"/>
                </a:solidFill>
              </a:rPr>
              <a:t>💡 Sleep nodes om de layout te reorganiseren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0E1C"/>
          </a:solidFill>
          <a:ln w="12700">
            <a:solidFill>
              <a:srgbClr val="060E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</a:rPr>
              <a:t>📄  PDF VIEWER &amp; ANNOTATIES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" y="868680"/>
            <a:ext cx="5303520" cy="3310128"/>
          </a:xfrm>
          <a:prstGeom prst="rect">
            <a:avLst/>
          </a:prstGeom>
          <a:solidFill>
            <a:srgbClr val="060E1C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868680"/>
            <a:ext cx="5303520" cy="33101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56032" y="4178808"/>
            <a:ext cx="5303520" cy="320040"/>
          </a:xfrm>
          <a:prstGeom prst="rect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4178808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</a:rPr>
              <a:t>PDF bibliotheek met tekst-selectie, annotaties en AI-samenvatting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806440" y="868680"/>
            <a:ext cx="3108960" cy="3218688"/>
          </a:xfrm>
          <a:prstGeom prst="rect">
            <a:avLst/>
          </a:prstGeom>
          <a:solidFill>
            <a:srgbClr val="132340"/>
          </a:solidFill>
          <a:ln w="12700">
            <a:solidFill>
              <a:srgbClr val="1C335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06440" y="868680"/>
            <a:ext cx="3108960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06440" y="868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</a:rPr>
              <a:t>FEATURES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897880" y="1453896"/>
            <a:ext cx="54864" cy="2560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35040" y="1426464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Upload meerdere PDFs tegelijk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897880" y="1929384"/>
            <a:ext cx="54864" cy="2560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35040" y="1901952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Tekst selecteren → annotatie toevoegen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897880" y="2404872"/>
            <a:ext cx="54864" cy="2560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35040" y="2377440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Gekleurde highlights als SVG overlay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897880" y="2880360"/>
            <a:ext cx="54864" cy="2560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35040" y="2852928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AI-samenvatting via Ollama bij upload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897880" y="3355848"/>
            <a:ext cx="54864" cy="2560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35040" y="3328416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Annotaties koppelen aan notities &amp; tags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897880" y="3831336"/>
            <a:ext cx="54864" cy="2560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35040" y="3803904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Filter annotaties per tag of PDF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806440" y="4206240"/>
            <a:ext cx="3108960" cy="658368"/>
          </a:xfrm>
          <a:prstGeom prst="rect">
            <a:avLst/>
          </a:prstGeom>
          <a:solidFill>
            <a:srgbClr val="1C335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70448" y="4206240"/>
            <a:ext cx="2999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F6E4"/>
                </a:solidFill>
              </a:rPr>
              <a:t>💡 Selecteer tekst en klik "Annoteer" voor een gekoppelde notitie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0E1C"/>
          </a:solidFill>
          <a:ln w="12700">
            <a:solidFill>
              <a:srgbClr val="060E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</a:rPr>
              <a:t>🖼  AFBEELDINGEN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" y="868680"/>
            <a:ext cx="5303520" cy="3310128"/>
          </a:xfrm>
          <a:prstGeom prst="rect">
            <a:avLst/>
          </a:prstGeom>
          <a:solidFill>
            <a:srgbClr val="060E1C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868680"/>
            <a:ext cx="5303520" cy="33101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56032" y="4178808"/>
            <a:ext cx="5303520" cy="32004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4178808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</a:rPr>
              <a:t>Afbeeldingenbibliotheek met AI-beschrijving en pin-annotaties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806440" y="868680"/>
            <a:ext cx="3108960" cy="3218688"/>
          </a:xfrm>
          <a:prstGeom prst="rect">
            <a:avLst/>
          </a:prstGeom>
          <a:solidFill>
            <a:srgbClr val="132340"/>
          </a:solidFill>
          <a:ln w="12700">
            <a:solidFill>
              <a:srgbClr val="1C335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06440" y="868680"/>
            <a:ext cx="310896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06440" y="868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</a:rPr>
              <a:t>FEATURES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897880" y="1453896"/>
            <a:ext cx="54864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35040" y="1426464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Upload PNG, JPG en andere formaten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897880" y="1929384"/>
            <a:ext cx="54864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35040" y="1901952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AI-beschrijving automatisch bij upload (llama3.2-vision)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897880" y="2404872"/>
            <a:ext cx="54864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35040" y="2377440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Klik op afbeelding → pin plaatsen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897880" y="2880360"/>
            <a:ext cx="54864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35040" y="2852928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Pin = notitie + tags + kleur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897880" y="3355848"/>
            <a:ext cx="54864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35040" y="3328416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Annotatiepaneel rechts met tag-filter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897880" y="3831336"/>
            <a:ext cx="54864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35040" y="3803904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Koppel afbeeldingen aan notities via ![[img:...]]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806440" y="4206240"/>
            <a:ext cx="3108960" cy="658368"/>
          </a:xfrm>
          <a:prstGeom prst="rect">
            <a:avLst/>
          </a:prstGeom>
          <a:solidFill>
            <a:srgbClr val="1C335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70448" y="4206240"/>
            <a:ext cx="2999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F6E4"/>
                </a:solidFill>
              </a:rPr>
              <a:t>💡 Afbeeldingen inladen in je notitie via ![[img:bestandsnaam.png]]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0E1C"/>
          </a:solidFill>
          <a:ln w="12700">
            <a:solidFill>
              <a:srgbClr val="060E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</a:rPr>
              <a:t>🗺  MINDMAP &amp; MERMAID EDITOR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" y="868680"/>
            <a:ext cx="5303520" cy="3310128"/>
          </a:xfrm>
          <a:prstGeom prst="rect">
            <a:avLst/>
          </a:prstGeom>
          <a:solidFill>
            <a:srgbClr val="060E1C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868680"/>
            <a:ext cx="5303520" cy="33101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56032" y="4178808"/>
            <a:ext cx="5303520" cy="320040"/>
          </a:xfrm>
          <a:prstGeom prst="rect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4178808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</a:rPr>
              <a:t>Mermaid editor met live preview · AI-mindmaps vanuit PDFs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806440" y="868680"/>
            <a:ext cx="3108960" cy="3218688"/>
          </a:xfrm>
          <a:prstGeom prst="rect">
            <a:avLst/>
          </a:prstGeom>
          <a:solidFill>
            <a:srgbClr val="132340"/>
          </a:solidFill>
          <a:ln w="12700">
            <a:solidFill>
              <a:srgbClr val="1C335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06440" y="868680"/>
            <a:ext cx="3108960" cy="457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06440" y="868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</a:rPr>
              <a:t>FEATURES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897880" y="1453896"/>
            <a:ext cx="54864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35040" y="1426464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Volledige VIM-editor: INSERT/NORMAL/COMMAND/SEARCH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897880" y="1929384"/>
            <a:ext cx="54864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35040" y="1901952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Live preview: Reingold-Tilford tree layout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897880" y="2404872"/>
            <a:ext cx="54864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35040" y="2377440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Syntax highlighting (kleurgecodeerd)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897880" y="2880360"/>
            <a:ext cx="54864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35040" y="2852928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Verticale indent-guides (vim-indentline stijl)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897880" y="3355848"/>
            <a:ext cx="54864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35040" y="3328416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AI genereert mindmap vanuit PDF via Ollama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897880" y="3831336"/>
            <a:ext cx="54864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35040" y="3803904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Opslaan als Markdown notitie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806440" y="4206240"/>
            <a:ext cx="3108960" cy="658368"/>
          </a:xfrm>
          <a:prstGeom prst="rect">
            <a:avLst/>
          </a:prstGeom>
          <a:solidFill>
            <a:srgbClr val="1C335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70448" y="4206240"/>
            <a:ext cx="2999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F6E4"/>
                </a:solidFill>
              </a:rPr>
              <a:t>💡 Tab = inspringen, Enter behoudt indentniveau automatisch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0E1C"/>
          </a:solidFill>
          <a:ln w="12700">
            <a:solidFill>
              <a:srgbClr val="060E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</a:rPr>
              <a:t>🧠  LLM NOTEBOOK — AI CHAT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" y="868680"/>
            <a:ext cx="5303520" cy="3310128"/>
          </a:xfrm>
          <a:prstGeom prst="rect">
            <a:avLst/>
          </a:prstGeom>
          <a:solidFill>
            <a:srgbClr val="060E1C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868680"/>
            <a:ext cx="5303520" cy="33101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56032" y="4178808"/>
            <a:ext cx="5303520" cy="320040"/>
          </a:xfrm>
          <a:prstGeom prst="rect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4178808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</a:rPr>
              <a:t>Chat met lokale Ollama AI over je eigen notities en PDFs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806440" y="868680"/>
            <a:ext cx="3108960" cy="3218688"/>
          </a:xfrm>
          <a:prstGeom prst="rect">
            <a:avLst/>
          </a:prstGeom>
          <a:solidFill>
            <a:srgbClr val="132340"/>
          </a:solidFill>
          <a:ln w="12700">
            <a:solidFill>
              <a:srgbClr val="1C335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06440" y="868680"/>
            <a:ext cx="3108960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06440" y="868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</a:rPr>
              <a:t>FEATURES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897880" y="1453896"/>
            <a:ext cx="54864" cy="2560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35040" y="1426464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Modellen: llama3.2-vision, llama3, mistral, phi3, gemma2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897880" y="1929384"/>
            <a:ext cx="54864" cy="2560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35040" y="1901952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Context: selecteer notities, PDFs en afbeeldingen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897880" y="2404872"/>
            <a:ext cx="54864" cy="2560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35040" y="2377440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Streaming antwoorden — geen wachten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897880" y="2880360"/>
            <a:ext cx="54864" cy="2560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35040" y="2852928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Externe PDFs rechtstreeks via bestandsverkenner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897880" y="3355848"/>
            <a:ext cx="54864" cy="2560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35040" y="3328416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Volledige chat-geschiedenis per sessie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897880" y="3831336"/>
            <a:ext cx="54864" cy="2560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35040" y="3803904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Antwoorden met Markdown opmaak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806440" y="4206240"/>
            <a:ext cx="3108960" cy="658368"/>
          </a:xfrm>
          <a:prstGeom prst="rect">
            <a:avLst/>
          </a:prstGeom>
          <a:solidFill>
            <a:srgbClr val="1C335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70448" y="4206240"/>
            <a:ext cx="2999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F6E4"/>
                </a:solidFill>
              </a:rPr>
              <a:t>💡 Voeg externe PDFs toe via 📂 knop — zonder ze te importeren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0E1C"/>
          </a:solidFill>
          <a:ln w="12700">
            <a:solidFill>
              <a:srgbClr val="060E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</a:rPr>
              <a:t>🌐  WEB IMPORTEUR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" y="868680"/>
            <a:ext cx="5303520" cy="3310128"/>
          </a:xfrm>
          <a:prstGeom prst="rect">
            <a:avLst/>
          </a:prstGeom>
          <a:solidFill>
            <a:srgbClr val="060E1C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868680"/>
            <a:ext cx="5303520" cy="33101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56032" y="4178808"/>
            <a:ext cx="5303520" cy="32004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4178808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</a:rPr>
              <a:t>Plak een URL → Claude maakt er een opgeschoonde Markdown notitie van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806440" y="868680"/>
            <a:ext cx="3108960" cy="3218688"/>
          </a:xfrm>
          <a:prstGeom prst="rect">
            <a:avLst/>
          </a:prstGeom>
          <a:solidFill>
            <a:srgbClr val="132340"/>
          </a:solidFill>
          <a:ln w="12700">
            <a:solidFill>
              <a:srgbClr val="1C335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06440" y="868680"/>
            <a:ext cx="310896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06440" y="868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</a:rPr>
              <a:t>FEATURES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897880" y="1453896"/>
            <a:ext cx="54864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35040" y="1426464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Plak URL → opgeschoonde notitie in seconden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897880" y="1929384"/>
            <a:ext cx="54864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35040" y="1901952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AI (Ollama) verwijdert navigatie, advertenties en ruis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897880" y="2404872"/>
            <a:ext cx="54864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35040" y="2377440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Afbeeldingen van pagina downloaden &amp; selecteren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897880" y="2880360"/>
            <a:ext cx="54864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35040" y="2852928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Live preview vóór opslaan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897880" y="3355848"/>
            <a:ext cx="54864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35040" y="3328416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Tags en metadata automatisch voorgesteld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897880" y="3831336"/>
            <a:ext cx="54864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35040" y="3803904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Ondersteuning voor lange artikelen en nieuwspaginas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806440" y="4206240"/>
            <a:ext cx="3108960" cy="658368"/>
          </a:xfrm>
          <a:prstGeom prst="rect">
            <a:avLst/>
          </a:prstGeom>
          <a:solidFill>
            <a:srgbClr val="1C335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70448" y="4206240"/>
            <a:ext cx="2999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F6E4"/>
                </a:solidFill>
              </a:rPr>
              <a:t>💡 Werkt het beste met artikel-paginas — niet met SPA / React sites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0E1C"/>
          </a:solidFill>
          <a:ln w="12700">
            <a:solidFill>
              <a:srgbClr val="060E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</a:rPr>
              <a:t>⌨️  VIM EDITOR — DETAILS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" y="868680"/>
            <a:ext cx="3840480" cy="3657600"/>
          </a:xfrm>
          <a:prstGeom prst="rect">
            <a:avLst/>
          </a:prstGeom>
          <a:solidFill>
            <a:srgbClr val="060E1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868680"/>
            <a:ext cx="3840480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56032" y="4526280"/>
            <a:ext cx="3840480" cy="292608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453542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Canvas-based VIM: indent-guides, syntax kleuren, cursorkolom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297680" y="868680"/>
            <a:ext cx="4590288" cy="1920240"/>
          </a:xfrm>
          <a:prstGeom prst="rect">
            <a:avLst/>
          </a:prstGeom>
          <a:solidFill>
            <a:srgbClr val="132340"/>
          </a:solidFill>
          <a:ln w="12700">
            <a:solidFill>
              <a:srgbClr val="1C335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97680" y="868680"/>
            <a:ext cx="459028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297680" y="868680"/>
            <a:ext cx="4590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</a:rPr>
              <a:t>MODES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370832" y="1335024"/>
            <a:ext cx="1005840" cy="256032"/>
          </a:xfrm>
          <a:prstGeom prst="rect">
            <a:avLst/>
          </a:prstGeom>
          <a:solidFill>
            <a:srgbClr val="22C55E">
              <a:alpha val="27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70832" y="13350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NORMAL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486400" y="1335024"/>
            <a:ext cx="640080" cy="256032"/>
          </a:xfrm>
          <a:prstGeom prst="rect">
            <a:avLst/>
          </a:prstGeom>
          <a:solidFill>
            <a:srgbClr val="060E1C"/>
          </a:solidFill>
          <a:ln w="12700">
            <a:solidFill>
              <a:srgbClr val="1C335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0" y="133502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217920" y="1362456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Navigatie &amp; commando's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370832" y="1682496"/>
            <a:ext cx="1005840" cy="256032"/>
          </a:xfrm>
          <a:prstGeom prst="rect">
            <a:avLst/>
          </a:prstGeom>
          <a:solidFill>
            <a:srgbClr val="0D9488">
              <a:alpha val="27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70832" y="16824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INSERT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486400" y="1682496"/>
            <a:ext cx="640080" cy="256032"/>
          </a:xfrm>
          <a:prstGeom prst="rect">
            <a:avLst/>
          </a:prstGeom>
          <a:solidFill>
            <a:srgbClr val="060E1C"/>
          </a:solidFill>
          <a:ln w="12700">
            <a:solidFill>
              <a:srgbClr val="1C335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0" y="168249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/ a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217920" y="170992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Tekst schrijven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370832" y="2029968"/>
            <a:ext cx="1005840" cy="256032"/>
          </a:xfrm>
          <a:prstGeom prst="rect">
            <a:avLst/>
          </a:prstGeom>
          <a:solidFill>
            <a:srgbClr val="F59E0B">
              <a:alpha val="27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370832" y="20299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COMMAND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486400" y="2029968"/>
            <a:ext cx="640080" cy="256032"/>
          </a:xfrm>
          <a:prstGeom prst="rect">
            <a:avLst/>
          </a:prstGeom>
          <a:solidFill>
            <a:srgbClr val="060E1C"/>
          </a:solidFill>
          <a:ln w="12700">
            <a:solidFill>
              <a:srgbClr val="1C335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86400" y="20299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217920" y="20574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Ex-commando's uitvoeren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370832" y="2377440"/>
            <a:ext cx="1005840" cy="256032"/>
          </a:xfrm>
          <a:prstGeom prst="rect">
            <a:avLst/>
          </a:prstGeom>
          <a:solidFill>
            <a:srgbClr val="8B5CF6">
              <a:alpha val="27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370832" y="23774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</a:rPr>
              <a:t>SEARCH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486400" y="2377440"/>
            <a:ext cx="640080" cy="256032"/>
          </a:xfrm>
          <a:prstGeom prst="rect">
            <a:avLst/>
          </a:prstGeom>
          <a:solidFill>
            <a:srgbClr val="060E1C"/>
          </a:solidFill>
          <a:ln w="12700">
            <a:solidFill>
              <a:srgbClr val="1C335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0" y="23774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217920" y="240487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3"/>
                </a:solidFill>
              </a:rPr>
              <a:t>Zoeken in document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297680" y="2852928"/>
            <a:ext cx="4590288" cy="2011680"/>
          </a:xfrm>
          <a:prstGeom prst="rect">
            <a:avLst/>
          </a:prstGeom>
          <a:solidFill>
            <a:srgbClr val="132340"/>
          </a:solidFill>
          <a:ln w="12700">
            <a:solidFill>
              <a:srgbClr val="1C335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297680" y="2852928"/>
            <a:ext cx="4590288" cy="384048"/>
          </a:xfrm>
          <a:prstGeom prst="rect">
            <a:avLst/>
          </a:prstGeom>
          <a:solidFill>
            <a:srgbClr val="1C3356"/>
          </a:solidFill>
          <a:ln w="12700">
            <a:solidFill>
              <a:srgbClr val="1C335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297680" y="2852928"/>
            <a:ext cx="4590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99F6E4"/>
                </a:solidFill>
              </a:rPr>
              <a:t>VEELGEBRUIKTE COMMANDO'S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370832" y="3346704"/>
            <a:ext cx="749808" cy="256032"/>
          </a:xfrm>
          <a:prstGeom prst="rect">
            <a:avLst/>
          </a:prstGeom>
          <a:solidFill>
            <a:srgbClr val="060E1C"/>
          </a:solidFill>
          <a:ln w="12700">
            <a:solidFill>
              <a:srgbClr val="1C335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370832" y="334670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 / G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175504" y="33741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BF3"/>
                </a:solidFill>
              </a:rPr>
              <a:t>Begin / einde document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6656832" y="3346704"/>
            <a:ext cx="749808" cy="256032"/>
          </a:xfrm>
          <a:prstGeom prst="rect">
            <a:avLst/>
          </a:prstGeom>
          <a:solidFill>
            <a:srgbClr val="060E1C"/>
          </a:solidFill>
          <a:ln w="12700">
            <a:solidFill>
              <a:srgbClr val="1C3356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656832" y="334670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7461504" y="33741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BF3"/>
                </a:solidFill>
              </a:rPr>
              <a:t>Verwijder hele regel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370832" y="3822192"/>
            <a:ext cx="749808" cy="256032"/>
          </a:xfrm>
          <a:prstGeom prst="rect">
            <a:avLst/>
          </a:prstGeom>
          <a:solidFill>
            <a:srgbClr val="060E1C"/>
          </a:solidFill>
          <a:ln w="12700">
            <a:solidFill>
              <a:srgbClr val="1C3356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370832" y="38221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yy / p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5175504" y="38496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BF3"/>
                </a:solidFill>
              </a:rPr>
              <a:t>Kopieer / plak regel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656832" y="3822192"/>
            <a:ext cx="749808" cy="256032"/>
          </a:xfrm>
          <a:prstGeom prst="rect">
            <a:avLst/>
          </a:prstGeom>
          <a:solidFill>
            <a:srgbClr val="060E1C"/>
          </a:solidFill>
          <a:ln w="12700">
            <a:solidFill>
              <a:srgbClr val="1C3356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656832" y="38221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 / Ctrl+r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7461504" y="38496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BF3"/>
                </a:solidFill>
              </a:rPr>
              <a:t>Undo / Redo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4370832" y="4297680"/>
            <a:ext cx="749808" cy="256032"/>
          </a:xfrm>
          <a:prstGeom prst="rect">
            <a:avLst/>
          </a:prstGeom>
          <a:solidFill>
            <a:srgbClr val="060E1C"/>
          </a:solidFill>
          <a:ln w="12700">
            <a:solidFill>
              <a:srgbClr val="1C3356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370832" y="429768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:w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5175504" y="4325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BF3"/>
                </a:solidFill>
              </a:rPr>
              <a:t>Opslaan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6656832" y="4297680"/>
            <a:ext cx="749808" cy="256032"/>
          </a:xfrm>
          <a:prstGeom prst="rect">
            <a:avLst/>
          </a:prstGeom>
          <a:solidFill>
            <a:srgbClr val="060E1C"/>
          </a:solidFill>
          <a:ln w="12700">
            <a:solidFill>
              <a:srgbClr val="1C3356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656832" y="429768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:goyo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7461504" y="4325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BF3"/>
                </a:solidFill>
              </a:rPr>
              <a:t>Focus-modus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Zettelkasten met Claude — Volledig</dc:title>
  <dc:subject>PptxGenJS Presentation</dc:subject>
  <dc:creator>PptxGenJS</dc:creator>
  <cp:lastModifiedBy>PptxGenJS</cp:lastModifiedBy>
  <cp:revision>1</cp:revision>
  <dcterms:created xsi:type="dcterms:W3CDTF">2026-03-07T17:39:21Z</dcterms:created>
  <dcterms:modified xsi:type="dcterms:W3CDTF">2026-03-07T17:39:21Z</dcterms:modified>
</cp:coreProperties>
</file>