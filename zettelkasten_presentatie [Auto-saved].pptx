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29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7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5184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3840480" y="3657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4343400" y="3657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4846320" y="3657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5349240" y="3657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5852160" y="3657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6355080" y="3657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6858000" y="3657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Shape 8"/>
          <p:cNvSpPr/>
          <p:nvPr/>
        </p:nvSpPr>
        <p:spPr>
          <a:xfrm>
            <a:off x="7360920" y="3657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Shape 9"/>
          <p:cNvSpPr/>
          <p:nvPr/>
        </p:nvSpPr>
        <p:spPr>
          <a:xfrm>
            <a:off x="7863840" y="3657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Shape 10"/>
          <p:cNvSpPr/>
          <p:nvPr/>
        </p:nvSpPr>
        <p:spPr>
          <a:xfrm>
            <a:off x="8366760" y="3657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3" name="Shape 11"/>
          <p:cNvSpPr/>
          <p:nvPr/>
        </p:nvSpPr>
        <p:spPr>
          <a:xfrm>
            <a:off x="8869680" y="3657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Shape 12"/>
          <p:cNvSpPr/>
          <p:nvPr/>
        </p:nvSpPr>
        <p:spPr>
          <a:xfrm>
            <a:off x="9372600" y="3657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Shape 13"/>
          <p:cNvSpPr/>
          <p:nvPr/>
        </p:nvSpPr>
        <p:spPr>
          <a:xfrm>
            <a:off x="3840480" y="9601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Shape 14"/>
          <p:cNvSpPr/>
          <p:nvPr/>
        </p:nvSpPr>
        <p:spPr>
          <a:xfrm>
            <a:off x="4343400" y="9601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7" name="Shape 15"/>
          <p:cNvSpPr/>
          <p:nvPr/>
        </p:nvSpPr>
        <p:spPr>
          <a:xfrm>
            <a:off x="4846320" y="9601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8" name="Shape 16"/>
          <p:cNvSpPr/>
          <p:nvPr/>
        </p:nvSpPr>
        <p:spPr>
          <a:xfrm>
            <a:off x="5349240" y="9601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9" name="Shape 17"/>
          <p:cNvSpPr/>
          <p:nvPr/>
        </p:nvSpPr>
        <p:spPr>
          <a:xfrm>
            <a:off x="5852160" y="9601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0" name="Shape 18"/>
          <p:cNvSpPr/>
          <p:nvPr/>
        </p:nvSpPr>
        <p:spPr>
          <a:xfrm>
            <a:off x="6355080" y="9601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1" name="Shape 19"/>
          <p:cNvSpPr/>
          <p:nvPr/>
        </p:nvSpPr>
        <p:spPr>
          <a:xfrm>
            <a:off x="6858000" y="9601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2" name="Shape 20"/>
          <p:cNvSpPr/>
          <p:nvPr/>
        </p:nvSpPr>
        <p:spPr>
          <a:xfrm>
            <a:off x="7360920" y="9601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3" name="Shape 21"/>
          <p:cNvSpPr/>
          <p:nvPr/>
        </p:nvSpPr>
        <p:spPr>
          <a:xfrm>
            <a:off x="7863840" y="9601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4" name="Shape 22"/>
          <p:cNvSpPr/>
          <p:nvPr/>
        </p:nvSpPr>
        <p:spPr>
          <a:xfrm>
            <a:off x="8366760" y="9601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5" name="Shape 23"/>
          <p:cNvSpPr/>
          <p:nvPr/>
        </p:nvSpPr>
        <p:spPr>
          <a:xfrm>
            <a:off x="8869680" y="9601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6" name="Shape 24"/>
          <p:cNvSpPr/>
          <p:nvPr/>
        </p:nvSpPr>
        <p:spPr>
          <a:xfrm>
            <a:off x="9372600" y="9601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7" name="Shape 25"/>
          <p:cNvSpPr/>
          <p:nvPr/>
        </p:nvSpPr>
        <p:spPr>
          <a:xfrm>
            <a:off x="3840480" y="15544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8" name="Shape 26"/>
          <p:cNvSpPr/>
          <p:nvPr/>
        </p:nvSpPr>
        <p:spPr>
          <a:xfrm>
            <a:off x="4343400" y="15544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9" name="Shape 27"/>
          <p:cNvSpPr/>
          <p:nvPr/>
        </p:nvSpPr>
        <p:spPr>
          <a:xfrm>
            <a:off x="4846320" y="15544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0" name="Shape 28"/>
          <p:cNvSpPr/>
          <p:nvPr/>
        </p:nvSpPr>
        <p:spPr>
          <a:xfrm>
            <a:off x="5349240" y="15544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1" name="Shape 29"/>
          <p:cNvSpPr/>
          <p:nvPr/>
        </p:nvSpPr>
        <p:spPr>
          <a:xfrm>
            <a:off x="5852160" y="15544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2" name="Shape 30"/>
          <p:cNvSpPr/>
          <p:nvPr/>
        </p:nvSpPr>
        <p:spPr>
          <a:xfrm>
            <a:off x="6355080" y="15544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3" name="Shape 31"/>
          <p:cNvSpPr/>
          <p:nvPr/>
        </p:nvSpPr>
        <p:spPr>
          <a:xfrm>
            <a:off x="6858000" y="15544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4" name="Shape 32"/>
          <p:cNvSpPr/>
          <p:nvPr/>
        </p:nvSpPr>
        <p:spPr>
          <a:xfrm>
            <a:off x="7360920" y="15544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5" name="Shape 33"/>
          <p:cNvSpPr/>
          <p:nvPr/>
        </p:nvSpPr>
        <p:spPr>
          <a:xfrm>
            <a:off x="7863840" y="15544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6" name="Shape 34"/>
          <p:cNvSpPr/>
          <p:nvPr/>
        </p:nvSpPr>
        <p:spPr>
          <a:xfrm>
            <a:off x="8366760" y="15544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7" name="Shape 35"/>
          <p:cNvSpPr/>
          <p:nvPr/>
        </p:nvSpPr>
        <p:spPr>
          <a:xfrm>
            <a:off x="8869680" y="15544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8" name="Shape 36"/>
          <p:cNvSpPr/>
          <p:nvPr/>
        </p:nvSpPr>
        <p:spPr>
          <a:xfrm>
            <a:off x="9372600" y="15544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9" name="Shape 37"/>
          <p:cNvSpPr/>
          <p:nvPr/>
        </p:nvSpPr>
        <p:spPr>
          <a:xfrm>
            <a:off x="3840480" y="214884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0" name="Shape 38"/>
          <p:cNvSpPr/>
          <p:nvPr/>
        </p:nvSpPr>
        <p:spPr>
          <a:xfrm>
            <a:off x="4343400" y="214884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1" name="Shape 39"/>
          <p:cNvSpPr/>
          <p:nvPr/>
        </p:nvSpPr>
        <p:spPr>
          <a:xfrm>
            <a:off x="4846320" y="214884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2" name="Shape 40"/>
          <p:cNvSpPr/>
          <p:nvPr/>
        </p:nvSpPr>
        <p:spPr>
          <a:xfrm>
            <a:off x="5349240" y="214884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3" name="Shape 41"/>
          <p:cNvSpPr/>
          <p:nvPr/>
        </p:nvSpPr>
        <p:spPr>
          <a:xfrm>
            <a:off x="5852160" y="214884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4" name="Shape 42"/>
          <p:cNvSpPr/>
          <p:nvPr/>
        </p:nvSpPr>
        <p:spPr>
          <a:xfrm>
            <a:off x="6355080" y="214884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5" name="Shape 43"/>
          <p:cNvSpPr/>
          <p:nvPr/>
        </p:nvSpPr>
        <p:spPr>
          <a:xfrm>
            <a:off x="6858000" y="214884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6" name="Shape 44"/>
          <p:cNvSpPr/>
          <p:nvPr/>
        </p:nvSpPr>
        <p:spPr>
          <a:xfrm>
            <a:off x="7360920" y="214884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7" name="Shape 45"/>
          <p:cNvSpPr/>
          <p:nvPr/>
        </p:nvSpPr>
        <p:spPr>
          <a:xfrm>
            <a:off x="7863840" y="214884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8" name="Shape 46"/>
          <p:cNvSpPr/>
          <p:nvPr/>
        </p:nvSpPr>
        <p:spPr>
          <a:xfrm>
            <a:off x="8366760" y="214884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9" name="Shape 47"/>
          <p:cNvSpPr/>
          <p:nvPr/>
        </p:nvSpPr>
        <p:spPr>
          <a:xfrm>
            <a:off x="8869680" y="214884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0" name="Shape 48"/>
          <p:cNvSpPr/>
          <p:nvPr/>
        </p:nvSpPr>
        <p:spPr>
          <a:xfrm>
            <a:off x="9372600" y="214884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1" name="Shape 49"/>
          <p:cNvSpPr/>
          <p:nvPr/>
        </p:nvSpPr>
        <p:spPr>
          <a:xfrm>
            <a:off x="3840480" y="274320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2" name="Shape 50"/>
          <p:cNvSpPr/>
          <p:nvPr/>
        </p:nvSpPr>
        <p:spPr>
          <a:xfrm>
            <a:off x="4343400" y="274320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3" name="Shape 51"/>
          <p:cNvSpPr/>
          <p:nvPr/>
        </p:nvSpPr>
        <p:spPr>
          <a:xfrm>
            <a:off x="4846320" y="274320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4" name="Shape 52"/>
          <p:cNvSpPr/>
          <p:nvPr/>
        </p:nvSpPr>
        <p:spPr>
          <a:xfrm>
            <a:off x="5349240" y="274320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5" name="Shape 53"/>
          <p:cNvSpPr/>
          <p:nvPr/>
        </p:nvSpPr>
        <p:spPr>
          <a:xfrm>
            <a:off x="5852160" y="274320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6" name="Shape 54"/>
          <p:cNvSpPr/>
          <p:nvPr/>
        </p:nvSpPr>
        <p:spPr>
          <a:xfrm>
            <a:off x="6355080" y="274320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7" name="Shape 55"/>
          <p:cNvSpPr/>
          <p:nvPr/>
        </p:nvSpPr>
        <p:spPr>
          <a:xfrm>
            <a:off x="6858000" y="274320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8" name="Shape 56"/>
          <p:cNvSpPr/>
          <p:nvPr/>
        </p:nvSpPr>
        <p:spPr>
          <a:xfrm>
            <a:off x="7360920" y="274320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9" name="Shape 57"/>
          <p:cNvSpPr/>
          <p:nvPr/>
        </p:nvSpPr>
        <p:spPr>
          <a:xfrm>
            <a:off x="7863840" y="274320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0" name="Shape 58"/>
          <p:cNvSpPr/>
          <p:nvPr/>
        </p:nvSpPr>
        <p:spPr>
          <a:xfrm>
            <a:off x="8366760" y="274320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1" name="Shape 59"/>
          <p:cNvSpPr/>
          <p:nvPr/>
        </p:nvSpPr>
        <p:spPr>
          <a:xfrm>
            <a:off x="8869680" y="274320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2" name="Shape 60"/>
          <p:cNvSpPr/>
          <p:nvPr/>
        </p:nvSpPr>
        <p:spPr>
          <a:xfrm>
            <a:off x="9372600" y="274320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3" name="Shape 61"/>
          <p:cNvSpPr/>
          <p:nvPr/>
        </p:nvSpPr>
        <p:spPr>
          <a:xfrm>
            <a:off x="3840480" y="33375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4" name="Shape 62"/>
          <p:cNvSpPr/>
          <p:nvPr/>
        </p:nvSpPr>
        <p:spPr>
          <a:xfrm>
            <a:off x="4343400" y="33375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5" name="Shape 63"/>
          <p:cNvSpPr/>
          <p:nvPr/>
        </p:nvSpPr>
        <p:spPr>
          <a:xfrm>
            <a:off x="4846320" y="33375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6" name="Shape 64"/>
          <p:cNvSpPr/>
          <p:nvPr/>
        </p:nvSpPr>
        <p:spPr>
          <a:xfrm>
            <a:off x="5349240" y="33375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7" name="Shape 65"/>
          <p:cNvSpPr/>
          <p:nvPr/>
        </p:nvSpPr>
        <p:spPr>
          <a:xfrm>
            <a:off x="5852160" y="33375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8" name="Shape 66"/>
          <p:cNvSpPr/>
          <p:nvPr/>
        </p:nvSpPr>
        <p:spPr>
          <a:xfrm>
            <a:off x="6355080" y="33375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9" name="Shape 67"/>
          <p:cNvSpPr/>
          <p:nvPr/>
        </p:nvSpPr>
        <p:spPr>
          <a:xfrm>
            <a:off x="6858000" y="33375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0" name="Shape 68"/>
          <p:cNvSpPr/>
          <p:nvPr/>
        </p:nvSpPr>
        <p:spPr>
          <a:xfrm>
            <a:off x="7360920" y="33375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1" name="Shape 69"/>
          <p:cNvSpPr/>
          <p:nvPr/>
        </p:nvSpPr>
        <p:spPr>
          <a:xfrm>
            <a:off x="7863840" y="33375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2" name="Shape 70"/>
          <p:cNvSpPr/>
          <p:nvPr/>
        </p:nvSpPr>
        <p:spPr>
          <a:xfrm>
            <a:off x="8366760" y="33375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3" name="Shape 71"/>
          <p:cNvSpPr/>
          <p:nvPr/>
        </p:nvSpPr>
        <p:spPr>
          <a:xfrm>
            <a:off x="8869680" y="33375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4" name="Shape 72"/>
          <p:cNvSpPr/>
          <p:nvPr/>
        </p:nvSpPr>
        <p:spPr>
          <a:xfrm>
            <a:off x="9372600" y="33375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5" name="Shape 73"/>
          <p:cNvSpPr/>
          <p:nvPr/>
        </p:nvSpPr>
        <p:spPr>
          <a:xfrm>
            <a:off x="3840480" y="39319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6" name="Shape 74"/>
          <p:cNvSpPr/>
          <p:nvPr/>
        </p:nvSpPr>
        <p:spPr>
          <a:xfrm>
            <a:off x="4343400" y="39319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7" name="Shape 75"/>
          <p:cNvSpPr/>
          <p:nvPr/>
        </p:nvSpPr>
        <p:spPr>
          <a:xfrm>
            <a:off x="4846320" y="39319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8" name="Shape 76"/>
          <p:cNvSpPr/>
          <p:nvPr/>
        </p:nvSpPr>
        <p:spPr>
          <a:xfrm>
            <a:off x="5349240" y="39319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9" name="Shape 77"/>
          <p:cNvSpPr/>
          <p:nvPr/>
        </p:nvSpPr>
        <p:spPr>
          <a:xfrm>
            <a:off x="5852160" y="39319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0" name="Shape 78"/>
          <p:cNvSpPr/>
          <p:nvPr/>
        </p:nvSpPr>
        <p:spPr>
          <a:xfrm>
            <a:off x="6355080" y="39319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1" name="Shape 79"/>
          <p:cNvSpPr/>
          <p:nvPr/>
        </p:nvSpPr>
        <p:spPr>
          <a:xfrm>
            <a:off x="6858000" y="39319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2" name="Shape 80"/>
          <p:cNvSpPr/>
          <p:nvPr/>
        </p:nvSpPr>
        <p:spPr>
          <a:xfrm>
            <a:off x="7360920" y="39319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3" name="Shape 81"/>
          <p:cNvSpPr/>
          <p:nvPr/>
        </p:nvSpPr>
        <p:spPr>
          <a:xfrm>
            <a:off x="7863840" y="39319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4" name="Shape 82"/>
          <p:cNvSpPr/>
          <p:nvPr/>
        </p:nvSpPr>
        <p:spPr>
          <a:xfrm>
            <a:off x="8366760" y="39319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5" name="Shape 83"/>
          <p:cNvSpPr/>
          <p:nvPr/>
        </p:nvSpPr>
        <p:spPr>
          <a:xfrm>
            <a:off x="8869680" y="39319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6" name="Shape 84"/>
          <p:cNvSpPr/>
          <p:nvPr/>
        </p:nvSpPr>
        <p:spPr>
          <a:xfrm>
            <a:off x="9372600" y="39319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7" name="Shape 85"/>
          <p:cNvSpPr/>
          <p:nvPr/>
        </p:nvSpPr>
        <p:spPr>
          <a:xfrm>
            <a:off x="3840480" y="45262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8" name="Shape 86"/>
          <p:cNvSpPr/>
          <p:nvPr/>
        </p:nvSpPr>
        <p:spPr>
          <a:xfrm>
            <a:off x="4343400" y="45262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9" name="Shape 87"/>
          <p:cNvSpPr/>
          <p:nvPr/>
        </p:nvSpPr>
        <p:spPr>
          <a:xfrm>
            <a:off x="4846320" y="45262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0" name="Shape 88"/>
          <p:cNvSpPr/>
          <p:nvPr/>
        </p:nvSpPr>
        <p:spPr>
          <a:xfrm>
            <a:off x="5349240" y="45262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1" name="Shape 89"/>
          <p:cNvSpPr/>
          <p:nvPr/>
        </p:nvSpPr>
        <p:spPr>
          <a:xfrm>
            <a:off x="5852160" y="45262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2" name="Shape 90"/>
          <p:cNvSpPr/>
          <p:nvPr/>
        </p:nvSpPr>
        <p:spPr>
          <a:xfrm>
            <a:off x="6355080" y="45262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3" name="Shape 91"/>
          <p:cNvSpPr/>
          <p:nvPr/>
        </p:nvSpPr>
        <p:spPr>
          <a:xfrm>
            <a:off x="6858000" y="45262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4" name="Shape 92"/>
          <p:cNvSpPr/>
          <p:nvPr/>
        </p:nvSpPr>
        <p:spPr>
          <a:xfrm>
            <a:off x="7360920" y="45262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5" name="Shape 93"/>
          <p:cNvSpPr/>
          <p:nvPr/>
        </p:nvSpPr>
        <p:spPr>
          <a:xfrm>
            <a:off x="7863840" y="45262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6" name="Shape 94"/>
          <p:cNvSpPr/>
          <p:nvPr/>
        </p:nvSpPr>
        <p:spPr>
          <a:xfrm>
            <a:off x="8366760" y="45262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7" name="Shape 95"/>
          <p:cNvSpPr/>
          <p:nvPr/>
        </p:nvSpPr>
        <p:spPr>
          <a:xfrm>
            <a:off x="8869680" y="45262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8" name="Shape 96"/>
          <p:cNvSpPr/>
          <p:nvPr/>
        </p:nvSpPr>
        <p:spPr>
          <a:xfrm>
            <a:off x="9372600" y="45262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9" name="Text 97"/>
          <p:cNvSpPr/>
          <p:nvPr/>
        </p:nvSpPr>
        <p:spPr>
          <a:xfrm>
            <a:off x="502920" y="10058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3E0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Zettelkasten VIM</a:t>
            </a:r>
            <a:endParaRPr lang="en-US" sz="4400" dirty="0"/>
          </a:p>
        </p:txBody>
      </p:sp>
      <p:sp>
        <p:nvSpPr>
          <p:cNvPr id="100" name="Text 98"/>
          <p:cNvSpPr/>
          <p:nvPr/>
        </p:nvSpPr>
        <p:spPr>
          <a:xfrm>
            <a:off x="502920" y="1965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100" dirty="0">
                <a:solidFill>
                  <a:srgbClr val="B8E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 kennisbasis · PDF · AI · Graaf · Split-screen</a:t>
            </a: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6217920" y="4023360"/>
            <a:ext cx="2560320" cy="73152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02" name="Text 100"/>
          <p:cNvSpPr/>
          <p:nvPr/>
        </p:nvSpPr>
        <p:spPr>
          <a:xfrm>
            <a:off x="6263640" y="40965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C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200" dirty="0">
                <a:solidFill>
                  <a:srgbClr val="E3E0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server.py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50292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 offline · Geen cloud · Puur Python stdlib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3E0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 is Zettelkasten VIM?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374904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73152"/>
          </a:xfrm>
          <a:prstGeom prst="rect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6276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CA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Notities &amp; VIM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029968"/>
            <a:ext cx="2377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VIM-editor (INSERT/NORMAL/COMMAND)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op schijf — Obsidian-compatibel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Bidirectionele [[links]] + backlinks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SmartTagEditor met AI-suggesties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005840"/>
            <a:ext cx="2651760" cy="374904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0" name="Shape 8"/>
          <p:cNvSpPr/>
          <p:nvPr/>
        </p:nvSpPr>
        <p:spPr>
          <a:xfrm>
            <a:off x="3337560" y="1005840"/>
            <a:ext cx="2651760" cy="73152"/>
          </a:xfrm>
          <a:prstGeom prst="rect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3474720" y="11155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16276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C6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&amp; Kennisgraaf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029968"/>
            <a:ext cx="2377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 LLM via Ollama (ook online: Claude / GPT-4o)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Notebook met graafcontext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Semantische graaf (TF-IDF gestippelde lijnen)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Hiaat-analyse: eilanden, zwakke bruggen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2651760" cy="374904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5" name="Shape 13"/>
          <p:cNvSpPr/>
          <p:nvPr/>
        </p:nvSpPr>
        <p:spPr>
          <a:xfrm>
            <a:off x="6217920" y="1005840"/>
            <a:ext cx="2651760" cy="73152"/>
          </a:xfrm>
          <a:prstGeom prst="rect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6355080" y="11155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55080" y="16276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78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 &amp; Import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2029968"/>
            <a:ext cx="2377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PDF-bibliotheek met annotaties + tags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Afbeeldingen met </a:t>
            </a:r>
            <a:r>
              <a:rPr lang="en-US" sz="1200" dirty="0" err="1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beschrijvingen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Web-importer: URL → notitie</a:t>
            </a:r>
            <a:endParaRPr lang="en-US" sz="1200" dirty="0"/>
          </a:p>
          <a:p>
            <a:pPr>
              <a:spcAft>
                <a:spcPts val="500"/>
              </a:spcAft>
              <a:buSzPct val="100000"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3E0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VIM-editor &amp; SmartTagEditor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937760" cy="3886200"/>
          </a:xfrm>
          <a:prstGeom prst="rect">
            <a:avLst/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937760" cy="347472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548640" y="9509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en async  ·  ✓ opslaan  ·  ✕ sluiten  ·  🔗 koppelen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493776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548640" y="1307592"/>
            <a:ext cx="548640" cy="219456"/>
          </a:xfrm>
          <a:prstGeom prst="rect">
            <a:avLst/>
          </a:prstGeom>
          <a:solidFill>
            <a:srgbClr val="1A3310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Text 7"/>
          <p:cNvSpPr/>
          <p:nvPr/>
        </p:nvSpPr>
        <p:spPr>
          <a:xfrm>
            <a:off x="594360" y="13213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E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152144" y="1307592"/>
            <a:ext cx="548640" cy="219456"/>
          </a:xfrm>
          <a:prstGeom prst="rect">
            <a:avLst/>
          </a:prstGeom>
          <a:solidFill>
            <a:srgbClr val="1A3310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1197864" y="13213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E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#async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783080" y="1307592"/>
            <a:ext cx="548640" cy="219456"/>
          </a:xfrm>
          <a:prstGeom prst="rect">
            <a:avLst/>
          </a:prstGeom>
          <a:solidFill>
            <a:srgbClr val="1A3310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3" name="Text 11"/>
          <p:cNvSpPr/>
          <p:nvPr/>
        </p:nvSpPr>
        <p:spPr>
          <a:xfrm>
            <a:off x="1828800" y="13213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E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#notities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96312" y="1307592"/>
            <a:ext cx="1005840" cy="219456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2542032" y="13213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57B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 toevoegen…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0" y="1307592"/>
            <a:ext cx="777240" cy="219456"/>
          </a:xfrm>
          <a:prstGeom prst="rect">
            <a:avLst/>
          </a:prstGeom>
          <a:solidFill>
            <a:srgbClr val="0D2233"/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7" name="Text 15"/>
          <p:cNvSpPr/>
          <p:nvPr/>
        </p:nvSpPr>
        <p:spPr>
          <a:xfrm>
            <a:off x="4133088" y="13213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AI-tags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4360" y="166420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E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Rust Ownership Model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188366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210312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E0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Ownership is de kern van Rust's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232257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E0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geheugenbeheersysteem.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254203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276148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C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Regels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298094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E0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Elke waarde heeft één eigenaar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320040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E0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Eigenaarschap verplaatst bij move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341985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8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Lenen via [[Borrowing]]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" y="3419856"/>
            <a:ext cx="64008" cy="182880"/>
          </a:xfrm>
          <a:prstGeom prst="rect">
            <a:avLst/>
          </a:prstGeom>
          <a:solidFill>
            <a:srgbClr val="9FCA56">
              <a:alpha val="70000"/>
            </a:srgbClr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8" name="Shape 26"/>
          <p:cNvSpPr/>
          <p:nvPr/>
        </p:nvSpPr>
        <p:spPr>
          <a:xfrm>
            <a:off x="457200" y="4480560"/>
            <a:ext cx="4937760" cy="32004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9" name="Text 27"/>
          <p:cNvSpPr/>
          <p:nvPr/>
        </p:nvSpPr>
        <p:spPr>
          <a:xfrm>
            <a:off x="548640" y="450799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 |  Ln 9  |  #rust #async #notities  |  🟢 llama3.2-vision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623560" y="960120"/>
            <a:ext cx="3063240" cy="86868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1" name="Shape 29"/>
          <p:cNvSpPr/>
          <p:nvPr/>
        </p:nvSpPr>
        <p:spPr>
          <a:xfrm>
            <a:off x="5623560" y="960120"/>
            <a:ext cx="54864" cy="868680"/>
          </a:xfrm>
          <a:prstGeom prst="rect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2" name="Text 30"/>
          <p:cNvSpPr/>
          <p:nvPr/>
        </p:nvSpPr>
        <p:spPr>
          <a:xfrm>
            <a:off x="5742432" y="10241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CA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⌨ Canvas VIM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742432" y="13075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werkt altijd. INSERT · NORMAL · COMMAND · SEARCH. Snippets via Tab/Ctrl+J.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23560" y="1947672"/>
            <a:ext cx="3063240" cy="86868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5" name="Shape 33"/>
          <p:cNvSpPr/>
          <p:nvPr/>
        </p:nvSpPr>
        <p:spPr>
          <a:xfrm>
            <a:off x="5623560" y="1947672"/>
            <a:ext cx="54864" cy="868680"/>
          </a:xfrm>
          <a:prstGeom prst="rect">
            <a:avLst/>
          </a:prstGeom>
          <a:solidFill>
            <a:srgbClr val="B8E06A"/>
          </a:solidFill>
          <a:ln w="12700">
            <a:solidFill>
              <a:srgbClr val="B8E06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6" name="Text 34"/>
          <p:cNvSpPr/>
          <p:nvPr/>
        </p:nvSpPr>
        <p:spPr>
          <a:xfrm>
            <a:off x="5742432" y="20116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E0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🏷 SmartTagEditor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742432" y="229514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Altijd zichtbaar in de editor. Autocomplete op frequentie. Typo-detectie met vervang-optie.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23560" y="2935224"/>
            <a:ext cx="3063240" cy="86868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9" name="Shape 37"/>
          <p:cNvSpPr/>
          <p:nvPr/>
        </p:nvSpPr>
        <p:spPr>
          <a:xfrm>
            <a:off x="5623560" y="2935224"/>
            <a:ext cx="54864" cy="868680"/>
          </a:xfrm>
          <a:prstGeom prst="rect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0" name="Text 38"/>
          <p:cNvSpPr/>
          <p:nvPr/>
        </p:nvSpPr>
        <p:spPr>
          <a:xfrm>
            <a:off x="5742432" y="29992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C6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AI-tag suggesties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742432" y="32826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"AI-tags" → model analyseert notitie → pills om te bevestigen of bulk toe te voegen.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623560" y="3922776"/>
            <a:ext cx="3063240" cy="86868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3" name="Shape 41"/>
          <p:cNvSpPr/>
          <p:nvPr/>
        </p:nvSpPr>
        <p:spPr>
          <a:xfrm>
            <a:off x="5623560" y="3922776"/>
            <a:ext cx="54864" cy="868680"/>
          </a:xfrm>
          <a:prstGeom prst="rect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4" name="Text 42"/>
          <p:cNvSpPr/>
          <p:nvPr/>
        </p:nvSpPr>
        <p:spPr>
          <a:xfrm>
            <a:off x="5742432" y="39867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8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↔ Split-screen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742432" y="4270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:vs opent split. Ctrl+H/L wisselt panelen. Zweef over AI-antwoord → ↙ plak in notitie.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3E0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&amp; Semantische kennisverrijking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114800" cy="182880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114800" cy="64008"/>
          </a:xfrm>
          <a:prstGeom prst="rect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621792" y="11247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8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🕸  Semantische Graaf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" y="152704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berekent verwantschap tussen alle notities. Gestippelde paarse lijnen tonen verborgen verbanden — ook zonder expliciete [[link]].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960120"/>
            <a:ext cx="4114800" cy="182880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4114800" cy="64008"/>
          </a:xfrm>
          <a:prstGeom prst="rect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4965192" y="11247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C6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GraphRAG Notebook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65192" y="152704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 verrijkt met graafcontext: relevante notities + directe buren + community-samenvatting worden als rijke systeem-prompt meegestuurd.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114800" cy="182880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114800" cy="64008"/>
          </a:xfrm>
          <a:prstGeom prst="rect">
            <a:avLst/>
          </a:prstGeom>
          <a:solidFill>
            <a:srgbClr val="E5786D"/>
          </a:solidFill>
          <a:ln w="12700">
            <a:solidFill>
              <a:srgbClr val="E5786D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621792" y="31363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78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Hiaat-analyse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" y="353872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Analyseert kennishiaten, zwakke bruggen, eiland-clusters en ontbrekende verbindingen in je vault. Geeft concrete aanbevelingen.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971800"/>
            <a:ext cx="4114800" cy="182880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7" name="Shape 15"/>
          <p:cNvSpPr/>
          <p:nvPr/>
        </p:nvSpPr>
        <p:spPr>
          <a:xfrm>
            <a:off x="4800600" y="2971800"/>
            <a:ext cx="4114800" cy="64008"/>
          </a:xfrm>
          <a:prstGeom prst="rect">
            <a:avLst/>
          </a:prstGeom>
          <a:solidFill>
            <a:srgbClr val="B8E06A"/>
          </a:solidFill>
          <a:ln w="12700">
            <a:solidFill>
              <a:srgbClr val="B8E06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4965192" y="31363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E0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 Verwante notities panel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65192" y="353872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notitie toont automatisch tot 6 semantisch verwante notities met sterkte-balk. "+ link" koppelt ze direct vanuit het preview-paneel.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1" name="Text 19"/>
          <p:cNvSpPr/>
          <p:nvPr/>
        </p:nvSpPr>
        <p:spPr>
          <a:xfrm>
            <a:off x="594360" y="466344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Modellen: Ollama lokaal (llama3.2-vision · llama3 · mistral · phi3 · gemma2) · Online: Claude · GPT-4o · Gemini · OpenRouter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3E0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Tabbladen &amp;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969264" cy="347472"/>
          </a:xfrm>
          <a:prstGeom prst="rect">
            <a:avLst/>
          </a:prstGeom>
          <a:solidFill>
            <a:srgbClr val="242424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969264" cy="36576"/>
          </a:xfrm>
          <a:prstGeom prst="rect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493776" y="960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Notities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463040" y="914400"/>
            <a:ext cx="969264" cy="347472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1499616" y="960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 Graaf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68880" y="914400"/>
            <a:ext cx="969264" cy="347472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2505456" y="960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PDF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474720" y="914400"/>
            <a:ext cx="969264" cy="347472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3511296" y="960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Plaatjes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80560" y="914400"/>
            <a:ext cx="969264" cy="347472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4517136" y="960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Mindmap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86400" y="914400"/>
            <a:ext cx="969264" cy="347472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5522976" y="960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Notebook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92240" y="914400"/>
            <a:ext cx="969264" cy="347472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6528816" y="960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Import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498080" y="914400"/>
            <a:ext cx="969264" cy="347472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0" name="Text 18"/>
          <p:cNvSpPr/>
          <p:nvPr/>
        </p:nvSpPr>
        <p:spPr>
          <a:xfrm>
            <a:off x="7534656" y="960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Zoeken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1527048"/>
            <a:ext cx="411480" cy="411480"/>
          </a:xfrm>
          <a:prstGeom prst="ellipse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2" name="Text 20"/>
          <p:cNvSpPr/>
          <p:nvPr/>
        </p:nvSpPr>
        <p:spPr>
          <a:xfrm>
            <a:off x="457200" y="154533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8368" y="1938528"/>
            <a:ext cx="0" cy="274320"/>
          </a:xfrm>
          <a:prstGeom prst="line">
            <a:avLst/>
          </a:prstGeom>
          <a:noFill/>
          <a:ln w="19050">
            <a:solidFill>
              <a:srgbClr val="9FCA56"/>
            </a:solidFill>
            <a:prstDash val="dot"/>
          </a:ln>
        </p:spPr>
        <p:txBody>
          <a:bodyPr/>
          <a:lstStyle/>
          <a:p>
            <a:endParaRPr lang="nl-NL"/>
          </a:p>
        </p:txBody>
      </p:sp>
      <p:sp>
        <p:nvSpPr>
          <p:cNvPr id="24" name="Text 22"/>
          <p:cNvSpPr/>
          <p:nvPr/>
        </p:nvSpPr>
        <p:spPr>
          <a:xfrm>
            <a:off x="1005840" y="15087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CA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Schrijven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468880" y="152704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VIM-editor met autocomplete, spellcheck (NL+EN), snippets en live [[link]]-suggesties.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2231136"/>
            <a:ext cx="411480" cy="411480"/>
          </a:xfrm>
          <a:prstGeom prst="ellipse">
            <a:avLst/>
          </a:prstGeom>
          <a:solidFill>
            <a:srgbClr val="B8E06A"/>
          </a:solidFill>
          <a:ln w="12700">
            <a:solidFill>
              <a:srgbClr val="B8E06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7" name="Text 25"/>
          <p:cNvSpPr/>
          <p:nvPr/>
        </p:nvSpPr>
        <p:spPr>
          <a:xfrm>
            <a:off x="457200" y="224942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642616"/>
            <a:ext cx="0" cy="274320"/>
          </a:xfrm>
          <a:prstGeom prst="line">
            <a:avLst/>
          </a:prstGeom>
          <a:noFill/>
          <a:ln w="19050">
            <a:solidFill>
              <a:srgbClr val="B8E06A"/>
            </a:solidFill>
            <a:prstDash val="dot"/>
          </a:ln>
        </p:spPr>
        <p:txBody>
          <a:bodyPr/>
          <a:lstStyle/>
          <a:p>
            <a:endParaRPr lang="nl-NL"/>
          </a:p>
        </p:txBody>
      </p:sp>
      <p:sp>
        <p:nvSpPr>
          <p:cNvPr id="29" name="Text 27"/>
          <p:cNvSpPr/>
          <p:nvPr/>
        </p:nvSpPr>
        <p:spPr>
          <a:xfrm>
            <a:off x="1005840" y="22128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E0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Taggen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468880" y="2231136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SmartTagEditor: autocomplete op frequentie + typo-detectie. ✦ AI-tags analyseert inhoud.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2935224"/>
            <a:ext cx="411480" cy="411480"/>
          </a:xfrm>
          <a:prstGeom prst="ellipse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2" name="Text 30"/>
          <p:cNvSpPr/>
          <p:nvPr/>
        </p:nvSpPr>
        <p:spPr>
          <a:xfrm>
            <a:off x="457200" y="295351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3346704"/>
            <a:ext cx="0" cy="274320"/>
          </a:xfrm>
          <a:prstGeom prst="line">
            <a:avLst/>
          </a:prstGeom>
          <a:noFill/>
          <a:ln w="19050">
            <a:solidFill>
              <a:srgbClr val="8AC6F2"/>
            </a:solidFill>
            <a:prstDash val="dot"/>
          </a:ln>
        </p:spPr>
        <p:txBody>
          <a:bodyPr/>
          <a:lstStyle/>
          <a:p>
            <a:endParaRPr lang="nl-NL"/>
          </a:p>
        </p:txBody>
      </p:sp>
      <p:sp>
        <p:nvSpPr>
          <p:cNvPr id="34" name="Text 32"/>
          <p:cNvSpPr/>
          <p:nvPr/>
        </p:nvSpPr>
        <p:spPr>
          <a:xfrm>
            <a:off x="1005840" y="29169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C6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Verbinden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468880" y="2935224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[[links]] maken, backlinks bekijken, semantisch verwante notities ontdekken en koppelen.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639312"/>
            <a:ext cx="411480" cy="411480"/>
          </a:xfrm>
          <a:prstGeom prst="ellipse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7" name="Text 35"/>
          <p:cNvSpPr/>
          <p:nvPr/>
        </p:nvSpPr>
        <p:spPr>
          <a:xfrm>
            <a:off x="457200" y="36576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58368" y="4050792"/>
            <a:ext cx="0" cy="274320"/>
          </a:xfrm>
          <a:prstGeom prst="line">
            <a:avLst/>
          </a:prstGeom>
          <a:noFill/>
          <a:ln w="19050">
            <a:solidFill>
              <a:srgbClr val="D787FF"/>
            </a:solidFill>
            <a:prstDash val="dot"/>
          </a:ln>
        </p:spPr>
        <p:txBody>
          <a:bodyPr/>
          <a:lstStyle/>
          <a:p>
            <a:endParaRPr lang="nl-NL"/>
          </a:p>
        </p:txBody>
      </p:sp>
      <p:sp>
        <p:nvSpPr>
          <p:cNvPr id="39" name="Text 37"/>
          <p:cNvSpPr/>
          <p:nvPr/>
        </p:nvSpPr>
        <p:spPr>
          <a:xfrm>
            <a:off x="1005840" y="36210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78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Verkennen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468880" y="3639312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Kennisgraaf · Mindmap · Semantische graaf (≈) · Hiaat-analyse via GraphRAG Notebook.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343400"/>
            <a:ext cx="411480" cy="411480"/>
          </a:xfrm>
          <a:prstGeom prst="ellipse">
            <a:avLst/>
          </a:prstGeom>
          <a:solidFill>
            <a:srgbClr val="E5786D"/>
          </a:solidFill>
          <a:ln w="12700">
            <a:solidFill>
              <a:srgbClr val="E5786D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2" name="Text 40"/>
          <p:cNvSpPr/>
          <p:nvPr/>
        </p:nvSpPr>
        <p:spPr>
          <a:xfrm>
            <a:off x="457200" y="436168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05840" y="43251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78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Importeren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2468880" y="434340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annoteren, webpagina's </a:t>
            </a:r>
            <a:r>
              <a:rPr lang="en-US" sz="1100" dirty="0" err="1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importeren</a:t>
            </a: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afbeeldingen pinnen.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3E0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Installatie &amp; Praktische tips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2148840"/>
          </a:xfrm>
          <a:prstGeom prst="rect">
            <a:avLst/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548640" y="1088136"/>
            <a:ext cx="54864" cy="256032"/>
          </a:xfrm>
          <a:prstGeom prst="rect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676656" y="10515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E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server.py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035040" y="1069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Standaard (vault: ~/Zettelkasten, poort 7842)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472184"/>
            <a:ext cx="54864" cy="256032"/>
          </a:xfrm>
          <a:prstGeom prst="rect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Text 7"/>
          <p:cNvSpPr/>
          <p:nvPr/>
        </p:nvSpPr>
        <p:spPr>
          <a:xfrm>
            <a:off x="676656" y="14356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E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server.py --vault ~/Docs/Notes --port 8080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35040" y="14538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vault en poort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856232"/>
            <a:ext cx="54864" cy="256032"/>
          </a:xfrm>
          <a:prstGeom prst="rect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676656" y="181965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E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server.py --host 0.0.0.0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35040" y="18379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 / netwerk-toegang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240280"/>
            <a:ext cx="54864" cy="256032"/>
          </a:xfrm>
          <a:prstGeom prst="rect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676656" y="22037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E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server.py --offline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35040" y="2221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 offline na eenmalig setup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624328"/>
            <a:ext cx="54864" cy="256032"/>
          </a:xfrm>
          <a:prstGeom prst="rect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676656" y="25877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E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OLLAMA_URL=http://192.168.1.10:11434 python3 server.py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35040" y="2606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op ander apparaat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4114800" cy="310896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1" name="Text 19"/>
          <p:cNvSpPr/>
          <p:nvPr/>
        </p:nvSpPr>
        <p:spPr>
          <a:xfrm>
            <a:off x="548640" y="328269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🔒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" y="32918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AI volledig lokaal via Ollama, niets naar buiten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611880"/>
            <a:ext cx="4114800" cy="310896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4" name="Text 22"/>
          <p:cNvSpPr/>
          <p:nvPr/>
        </p:nvSpPr>
        <p:spPr>
          <a:xfrm>
            <a:off x="548640" y="364845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📱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1248" y="36576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iPad: --host 0.0.0.0, open netwerk-IP in Safari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977640"/>
            <a:ext cx="4114800" cy="310896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7" name="Text 25"/>
          <p:cNvSpPr/>
          <p:nvPr/>
        </p:nvSpPr>
        <p:spPr>
          <a:xfrm>
            <a:off x="548640" y="401421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" y="4023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Meerdere vaults: meerdere servers op aparte poorten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343400"/>
            <a:ext cx="4114800" cy="310896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0" name="Text 28"/>
          <p:cNvSpPr/>
          <p:nvPr/>
        </p:nvSpPr>
        <p:spPr>
          <a:xfrm>
            <a:off x="548640" y="43799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🔄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1248" y="43891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Obsidian-compatibel: gewone Markdown-bestanden op schijf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709160"/>
            <a:ext cx="4114800" cy="310896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3" name="Text 31"/>
          <p:cNvSpPr/>
          <p:nvPr/>
        </p:nvSpPr>
        <p:spPr>
          <a:xfrm>
            <a:off x="548640" y="474573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💾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1248" y="4754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backup: vault = tekst, perfect voor versiebeheer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00600" y="3246120"/>
            <a:ext cx="4114800" cy="310896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6" name="Text 34"/>
          <p:cNvSpPr/>
          <p:nvPr/>
        </p:nvSpPr>
        <p:spPr>
          <a:xfrm>
            <a:off x="4892040" y="328269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✦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84648" y="32918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AI-tags: schrijf notitie → klik ✦ → bevestig suggesties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00600" y="3611880"/>
            <a:ext cx="4114800" cy="310896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9" name="Text 37"/>
          <p:cNvSpPr/>
          <p:nvPr/>
        </p:nvSpPr>
        <p:spPr>
          <a:xfrm>
            <a:off x="4892040" y="364845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↙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184648" y="36576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+ plakken: zweef over AI-antwoord → ↙ plak in notitie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00600" y="3977640"/>
            <a:ext cx="4114800" cy="310896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2" name="Text 40"/>
          <p:cNvSpPr/>
          <p:nvPr/>
        </p:nvSpPr>
        <p:spPr>
          <a:xfrm>
            <a:off x="4892040" y="401421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🕸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184648" y="4023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GraphRAG: Notebook → 🕸 voor graafverrijkte antwoorden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00600" y="4343400"/>
            <a:ext cx="4114800" cy="310896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5" name="Text 43"/>
          <p:cNvSpPr/>
          <p:nvPr/>
        </p:nvSpPr>
        <p:spPr>
          <a:xfrm>
            <a:off x="4892040" y="43799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🔍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184648" y="43891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Hiaten: Notebook → 🔍 hiaten → analyseert kennisbasis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00600" y="4709160"/>
            <a:ext cx="4114800" cy="310896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8" name="Text 46"/>
          <p:cNvSpPr/>
          <p:nvPr/>
        </p:nvSpPr>
        <p:spPr>
          <a:xfrm>
            <a:off x="4892040" y="474573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≈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184648" y="4754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Semantisch: Graaf → ≈ semantisch → verborgen verbanden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3E0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Zettelkasten VIM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100" dirty="0">
                <a:solidFill>
                  <a:srgbClr val="B8E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Jouw kennisbasis · Volledig in eigen beheer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2834640"/>
            <a:ext cx="2103120" cy="137160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1371600" y="2834640"/>
            <a:ext cx="2103120" cy="64008"/>
          </a:xfrm>
          <a:prstGeom prst="rect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1371600" y="294436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9FCA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71600" y="360273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nodig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0" y="2834640"/>
            <a:ext cx="2103120" cy="137160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0" name="Shape 8"/>
          <p:cNvSpPr/>
          <p:nvPr/>
        </p:nvSpPr>
        <p:spPr>
          <a:xfrm>
            <a:off x="3931920" y="2834640"/>
            <a:ext cx="2103120" cy="64008"/>
          </a:xfrm>
          <a:prstGeom prst="rect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3931920" y="294436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AC6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931920" y="360273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 AI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mogelijk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92240" y="2834640"/>
            <a:ext cx="2103120" cy="137160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4" name="Shape 12"/>
          <p:cNvSpPr/>
          <p:nvPr/>
        </p:nvSpPr>
        <p:spPr>
          <a:xfrm>
            <a:off x="6492240" y="2834640"/>
            <a:ext cx="2103120" cy="64008"/>
          </a:xfrm>
          <a:prstGeom prst="rect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6492240" y="294436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78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∞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92240" y="360273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vaults via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poorten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0" y="4434840"/>
            <a:ext cx="4572000" cy="502920"/>
          </a:xfrm>
          <a:prstGeom prst="rect">
            <a:avLst/>
          </a:prstGeom>
          <a:solidFill>
            <a:srgbClr val="2E2E2E"/>
          </a:solidFill>
          <a:ln w="12700">
            <a:solidFill>
              <a:srgbClr val="9FCA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2377440" y="449884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FC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600" dirty="0">
                <a:solidFill>
                  <a:srgbClr val="E3E0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server.py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2409</TotalTime>
  <Words>696</Words>
  <Application>Microsoft Macintosh PowerPoint</Application>
  <PresentationFormat>On-screen Show (16:9)</PresentationFormat>
  <Paragraphs>129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Zettelkasten VIM</dc:title>
  <dc:subject>PptxGenJS Presentation</dc:subject>
  <dc:creator>PptxGenJS</dc:creator>
  <cp:lastModifiedBy>H.J. Hopman</cp:lastModifiedBy>
  <cp:revision>2</cp:revision>
  <dcterms:created xsi:type="dcterms:W3CDTF">2026-03-13T16:11:27Z</dcterms:created>
  <dcterms:modified xsi:type="dcterms:W3CDTF">2026-03-21T16:42:28Z</dcterms:modified>
</cp:coreProperties>
</file>