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4340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72600" y="3657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72600" y="9601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6092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6676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6968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72600" y="15544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340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924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216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6092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6384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6676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6968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72600" y="214884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4340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4924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5216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5508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6092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6384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6676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6968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372600" y="274320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4048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4340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4632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924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5216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5508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6092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86384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6676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6968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372600" y="333756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4048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4340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4632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34924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5216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5508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5800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6092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6384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36676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6968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72600" y="393192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84048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4340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4632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4924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85216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35508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5800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36092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86384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36676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86968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372600" y="4526280"/>
            <a:ext cx="45720" cy="45720"/>
          </a:xfrm>
          <a:prstGeom prst="ellipse">
            <a:avLst/>
          </a:prstGeom>
          <a:solidFill>
            <a:srgbClr val="9FCA56">
              <a:alpha val="20000"/>
            </a:srgbClr>
          </a:solidFill>
          <a:ln w="12700">
            <a:solidFill>
              <a:srgbClr val="9FCA56">
                <a:alpha val="2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920" y="10058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Zettelkasten VIM</a:t>
            </a:r>
            <a:endParaRPr lang="en-US" sz="4400" dirty="0"/>
          </a:p>
        </p:txBody>
      </p:sp>
      <p:sp>
        <p:nvSpPr>
          <p:cNvPr id="100" name="Text 98"/>
          <p:cNvSpPr/>
          <p:nvPr/>
        </p:nvSpPr>
        <p:spPr>
          <a:xfrm>
            <a:off x="502920" y="1965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B8E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kennisbasis · PDF · AI · Graaf · Split-screen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6217920" y="4023360"/>
            <a:ext cx="2560320" cy="73152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6263640" y="40965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server.py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50292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offline · Geen cloud · Puur Python stdlib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is Zettelkasten VIM?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C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Notities &amp; VIM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VIM-editor (INSERT/NORMAL/COMMAND)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op schijf — Obsidian-compatibel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Bidirectionele [[links]] + backlinks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SmartTagEditor met AI-suggesties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651760" cy="374904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05840"/>
            <a:ext cx="2651760" cy="73152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1627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C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Kennisgraaf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029968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LLM via Ollama (ook online: Claude / GPT-4o)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Notebook met graafcontext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Semantische graaf (TF-IDF gestippelde lijnen)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Hiaat-analyse: eilanden, zwakke bruggen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51760" cy="374904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05840"/>
            <a:ext cx="2651760" cy="73152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1627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8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&amp; Import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029968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PDF-bibliotheek met annotaties + tags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Afbeeldingen met pin-annotaties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Web-importer: URL → notitie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Gmail-import via Thunderbird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VIM-editor &amp; SmartTagEditor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937760" cy="3886200"/>
          </a:xfrm>
          <a:prstGeom prst="rect">
            <a:avLst/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937760" cy="347472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509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en async  ·  ✓ opslaan  ·  ✕ sluiten  ·  🔗 koppelen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49377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07592"/>
            <a:ext cx="548640" cy="219456"/>
          </a:xfrm>
          <a:prstGeom prst="rect">
            <a:avLst/>
          </a:prstGeom>
          <a:solidFill>
            <a:srgbClr val="1A3310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13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52144" y="1307592"/>
            <a:ext cx="548640" cy="219456"/>
          </a:xfrm>
          <a:prstGeom prst="rect">
            <a:avLst/>
          </a:prstGeom>
          <a:solidFill>
            <a:srgbClr val="1A3310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7864" y="13213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#async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83080" y="1307592"/>
            <a:ext cx="548640" cy="219456"/>
          </a:xfrm>
          <a:prstGeom prst="rect">
            <a:avLst/>
          </a:prstGeom>
          <a:solidFill>
            <a:srgbClr val="1A3310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3213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#notities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96312" y="1307592"/>
            <a:ext cx="1005840" cy="21945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3213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7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 toevoegen…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0" y="1307592"/>
            <a:ext cx="777240" cy="219456"/>
          </a:xfrm>
          <a:prstGeom prst="rect">
            <a:avLst/>
          </a:prstGeom>
          <a:solidFill>
            <a:srgbClr val="0D2233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3088" y="13213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AI-tags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16642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E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Rust Ownership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88366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21031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Ownership is de kern van Rust's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232257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geheugenbeheersysteem.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25420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27614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C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Regels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298094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Elke waarde heeft één eigenaar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20040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Eigenaarschap verplaatst bij move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41985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8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Lenen via [[Borrowing]]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3419856"/>
            <a:ext cx="64008" cy="182880"/>
          </a:xfrm>
          <a:prstGeom prst="rect">
            <a:avLst/>
          </a:prstGeom>
          <a:solidFill>
            <a:srgbClr val="9FCA56">
              <a:alpha val="70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480560"/>
            <a:ext cx="4937760" cy="32004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5079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 |  Ln 9  |  #rust #async #notities  |  🟢 llama3.2-vision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23560" y="960120"/>
            <a:ext cx="3063240" cy="86868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23560" y="960120"/>
            <a:ext cx="54864" cy="868680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1024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 Canvas VIM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42432" y="1307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werkt altijd. INSERT · NORMAL · COMMAND · SEARCH. Snippets via Tab/Ctrl+J.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23560" y="1947672"/>
            <a:ext cx="3063240" cy="86868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23560" y="1947672"/>
            <a:ext cx="54864" cy="868680"/>
          </a:xfrm>
          <a:prstGeom prst="rect">
            <a:avLst/>
          </a:prstGeom>
          <a:solidFill>
            <a:srgbClr val="B8E06A"/>
          </a:solidFill>
          <a:ln w="12700">
            <a:solidFill>
              <a:srgbClr val="B8E0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2432" y="2011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E0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🏷 SmartTagEditor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742432" y="22951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zichtbaar in de editor. Autocomplete op frequentie. Typo-detectie met vervang-optie.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23560" y="2935224"/>
            <a:ext cx="3063240" cy="86868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23560" y="2935224"/>
            <a:ext cx="54864" cy="868680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42432" y="29992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C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AI-tag suggesties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742432" y="32826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"AI-tags" → model analyseert notitie → pills om te bevestigen of bulk toe te voegen.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23560" y="3922776"/>
            <a:ext cx="3063240" cy="86868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23560" y="3922776"/>
            <a:ext cx="54864" cy="868680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42432" y="39867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8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 Split-screen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742432" y="4270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:vs opent split. Ctrl+H/L wisselt panelen. Zweef over AI-antwoord → ↙ plak in notitie.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Semantische kennisverrijking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18288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114800" cy="64008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24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8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🕸  Semantische Graaf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5270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berekent verwantschap tussen alle notities. Gestippelde paarse lijnen tonen verborgen verbanden — ook zonder expliciete [[link]].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14800" cy="18288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60120"/>
            <a:ext cx="4114800" cy="64008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124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C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GraphRAG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65192" y="15270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verrijkt met graafcontext: relevante notities + directe buren + community-samenvatting worden als rijke systeem-prompt meegestuurd.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114800" cy="18288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71800"/>
            <a:ext cx="4114800" cy="64008"/>
          </a:xfrm>
          <a:prstGeom prst="rect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36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78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Hiaat-analyse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" y="35387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Analyseert kennishiaten, zwakke bruggen, eiland-clusters en ontbrekende verbindingen in je vault. Geeft concrete aanbevelingen.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971800"/>
            <a:ext cx="4114800" cy="18288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971800"/>
            <a:ext cx="4114800" cy="64008"/>
          </a:xfrm>
          <a:prstGeom prst="rect">
            <a:avLst/>
          </a:prstGeom>
          <a:solidFill>
            <a:srgbClr val="B8E06A"/>
          </a:solidFill>
          <a:ln w="12700">
            <a:solidFill>
              <a:srgbClr val="B8E0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136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E0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Verwante notities panel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65192" y="35387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notitie toont automatisch tot 6 semantisch verwante notities met sterkte-balk. "+ link" koppelt ze direct vanuit het preview-paneel.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6634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Modellen: Ollama lokaal (llama3.2-vision · llama3 · mistral · phi3 · gemma2) · Online: Claude · GPT-4o · Gemini · OpenRouter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Tabbladen &amp;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969264" cy="347472"/>
          </a:xfrm>
          <a:prstGeom prst="rect">
            <a:avLst/>
          </a:prstGeom>
          <a:solidFill>
            <a:srgbClr val="242424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969264" cy="36576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Notities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6304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961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Graaf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545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Plaatjes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Mindmap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297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Notebook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9224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Import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98080" y="914400"/>
            <a:ext cx="969264" cy="347472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34656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Zoeken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1527048"/>
            <a:ext cx="411480" cy="41148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5453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" y="1938528"/>
            <a:ext cx="0" cy="274320"/>
          </a:xfrm>
          <a:prstGeom prst="line">
            <a:avLst/>
          </a:prstGeom>
          <a:noFill/>
          <a:ln w="19050">
            <a:solidFill>
              <a:srgbClr val="9FCA56"/>
            </a:solidFill>
            <a:prstDash val="dot"/>
          </a:ln>
        </p:spPr>
      </p:sp>
      <p:sp>
        <p:nvSpPr>
          <p:cNvPr id="24" name="Text 22"/>
          <p:cNvSpPr/>
          <p:nvPr/>
        </p:nvSpPr>
        <p:spPr>
          <a:xfrm>
            <a:off x="1005840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C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Schrijven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68880" y="152704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VIM-editor met autocomplete, spellcheck (NL+EN), snippets en live [[link]]-suggesties.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231136"/>
            <a:ext cx="411480" cy="411480"/>
          </a:xfrm>
          <a:prstGeom prst="ellipse">
            <a:avLst/>
          </a:prstGeom>
          <a:solidFill>
            <a:srgbClr val="B8E06A"/>
          </a:solidFill>
          <a:ln w="12700">
            <a:solidFill>
              <a:srgbClr val="B8E0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2494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2642616"/>
            <a:ext cx="0" cy="274320"/>
          </a:xfrm>
          <a:prstGeom prst="line">
            <a:avLst/>
          </a:prstGeom>
          <a:noFill/>
          <a:ln w="19050">
            <a:solidFill>
              <a:srgbClr val="B8E06A"/>
            </a:solidFill>
            <a:prstDash val="dot"/>
          </a:ln>
        </p:spPr>
      </p:sp>
      <p:sp>
        <p:nvSpPr>
          <p:cNvPr id="29" name="Text 27"/>
          <p:cNvSpPr/>
          <p:nvPr/>
        </p:nvSpPr>
        <p:spPr>
          <a:xfrm>
            <a:off x="1005840" y="2212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E0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Taggen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468880" y="223113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SmartTagEditor: autocomplete op frequentie + typo-detectie. ✦ AI-tags analyseert inhoud.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935224"/>
            <a:ext cx="411480" cy="41148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9535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3346704"/>
            <a:ext cx="0" cy="274320"/>
          </a:xfrm>
          <a:prstGeom prst="line">
            <a:avLst/>
          </a:prstGeom>
          <a:noFill/>
          <a:ln w="19050">
            <a:solidFill>
              <a:srgbClr val="8AC6F2"/>
            </a:solidFill>
            <a:prstDash val="dot"/>
          </a:ln>
        </p:spPr>
      </p:sp>
      <p:sp>
        <p:nvSpPr>
          <p:cNvPr id="34" name="Text 32"/>
          <p:cNvSpPr/>
          <p:nvPr/>
        </p:nvSpPr>
        <p:spPr>
          <a:xfrm>
            <a:off x="1005840" y="2916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C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Verbinden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468880" y="293522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[[links]] maken, backlinks bekijken, semantisch verwante notities ontdekken en koppelen.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639312"/>
            <a:ext cx="411480" cy="411480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576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8368" y="4050792"/>
            <a:ext cx="0" cy="274320"/>
          </a:xfrm>
          <a:prstGeom prst="line">
            <a:avLst/>
          </a:prstGeom>
          <a:noFill/>
          <a:ln w="19050">
            <a:solidFill>
              <a:srgbClr val="D787FF"/>
            </a:solidFill>
            <a:prstDash val="dot"/>
          </a:ln>
        </p:spPr>
      </p:sp>
      <p:sp>
        <p:nvSpPr>
          <p:cNvPr id="39" name="Text 37"/>
          <p:cNvSpPr/>
          <p:nvPr/>
        </p:nvSpPr>
        <p:spPr>
          <a:xfrm>
            <a:off x="1005840" y="3621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8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Verkennen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468880" y="363931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Kennisgraaf · Mindmap · Semantische graaf (≈) · Hiaat-analyse via GraphRAG Notebook.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343400"/>
            <a:ext cx="411480" cy="411480"/>
          </a:xfrm>
          <a:prstGeom prst="ellipse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3616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05840" y="43251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78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Importeren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468880" y="43434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annoteren, webpagina's importeren, Gmail via Thunderbird, afbeeldingen pinnen.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Installatie &amp; Praktische tips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2148840"/>
          </a:xfrm>
          <a:prstGeom prst="rect">
            <a:avLst/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88136"/>
            <a:ext cx="54864" cy="25603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051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server.py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35040" y="1069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 (vault: ~/Zettelkasten, poort 7842)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72184"/>
            <a:ext cx="54864" cy="25603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4356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server.py --vault ~/Docs/Notes --port 8080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453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vault en poort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856232"/>
            <a:ext cx="54864" cy="25603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8196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server.py --host 0.0.0.0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1837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/ netwerk-toegang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54864" cy="25603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2037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server.py --offline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221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offline na eenmalig setup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24328"/>
            <a:ext cx="54864" cy="25603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587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E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OLLAMA_URL=http://192.168.1.10:11434 python3 server.py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op ander apparaat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826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291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AI volledig lokaal via Ollama, niets naar buiten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484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3657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iPad: --host 0.0.0.0, open netwerk-IP in Safari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142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4023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vaults: meerdere servers op aparte poorten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379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" y="4389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Obsidian-compatibel: gewone Markdown-bestanden op schijf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457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💾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248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backup: vault = tekst, perfect voor versiebeheer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24612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2826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✦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84648" y="3291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AI-tags: schrijf notitie → klik ✦ → bevestig suggesties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61188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6484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↙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84648" y="3657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+ plakken: zweef over AI-antwoord → ↙ plak in notitie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97764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0142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🕸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84648" y="4023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GraphRAG: Notebook → 🕸 voor graafverrijkte antwoorden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434340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379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84648" y="4389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Hiaten: Notebook → 🔍 hiaten → analyseert kennisbasis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00600" y="4709160"/>
            <a:ext cx="4114800" cy="310896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7457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≈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184648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Semantisch: Graaf → ≈ semantisch → verborgen verbanden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3E0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Zettelkasten VIM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B8E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kennisbasis · Volledig in eigen beheer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834640"/>
            <a:ext cx="2103120" cy="13716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834640"/>
            <a:ext cx="2103120" cy="64008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9443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FCA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36027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2834640"/>
            <a:ext cx="2103120" cy="13716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31920" y="2834640"/>
            <a:ext cx="2103120" cy="64008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9443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AC6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931920" y="36027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mogelijk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2834640"/>
            <a:ext cx="2103120" cy="137160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834640"/>
            <a:ext cx="2103120" cy="64008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9443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78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92240" y="36027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vaults via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poorten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4434840"/>
            <a:ext cx="4572000" cy="502920"/>
          </a:xfrm>
          <a:prstGeom prst="rect">
            <a:avLst/>
          </a:prstGeom>
          <a:solidFill>
            <a:srgbClr val="2E2E2E"/>
          </a:solidFill>
          <a:ln w="12700">
            <a:solidFill>
              <a:srgbClr val="9FC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77440" y="449884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FC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ctr" indent="0" marL="0">
              <a:buNone/>
            </a:pPr>
            <a:r>
              <a:rPr lang="en-US" sz="16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server.py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Zettelkasten VIM</dc:title>
  <dc:subject>PptxGenJS Presentation</dc:subject>
  <dc:creator>PptxGenJS</dc:creator>
  <cp:lastModifiedBy>PptxGenJS</cp:lastModifiedBy>
  <cp:revision>1</cp:revision>
  <dcterms:created xsi:type="dcterms:W3CDTF">2026-03-13T16:11:27Z</dcterms:created>
  <dcterms:modified xsi:type="dcterms:W3CDTF">2026-03-13T16:11:27Z</dcterms:modified>
</cp:coreProperties>
</file>